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</p:sldMasterIdLst>
  <p:notesMasterIdLst>
    <p:notesMasterId r:id="rId12"/>
  </p:notesMasterIdLst>
  <p:sldIdLst>
    <p:sldId id="257" r:id="rId2"/>
    <p:sldId id="265" r:id="rId3"/>
    <p:sldId id="273" r:id="rId4"/>
    <p:sldId id="274" r:id="rId5"/>
    <p:sldId id="277" r:id="rId6"/>
    <p:sldId id="276" r:id="rId7"/>
    <p:sldId id="278" r:id="rId8"/>
    <p:sldId id="281" r:id="rId9"/>
    <p:sldId id="279" r:id="rId10"/>
    <p:sldId id="28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26FDA6-6A11-4912-9157-A86AA350FCDE}" v="46" dt="2026-02-28T14:12:09.4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1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on Qairawan" userId="f2c50bb7-fc80-4c53-8fa4-f6688bfa1320" providerId="ADAL" clId="{D17B8A6A-5E87-425E-A14C-8B08874CBC3A}"/>
    <pc:docChg chg="undo redo custSel addSld delSld modSld sldOrd">
      <pc:chgData name="Dion Qairawan" userId="f2c50bb7-fc80-4c53-8fa4-f6688bfa1320" providerId="ADAL" clId="{D17B8A6A-5E87-425E-A14C-8B08874CBC3A}" dt="2026-02-28T14:13:13.337" v="6037" actId="14100"/>
      <pc:docMkLst>
        <pc:docMk/>
      </pc:docMkLst>
      <pc:sldChg chg="modSp mod">
        <pc:chgData name="Dion Qairawan" userId="f2c50bb7-fc80-4c53-8fa4-f6688bfa1320" providerId="ADAL" clId="{D17B8A6A-5E87-425E-A14C-8B08874CBC3A}" dt="2026-02-27T13:17:46.747" v="1090" actId="1076"/>
        <pc:sldMkLst>
          <pc:docMk/>
          <pc:sldMk cId="144693269" sldId="257"/>
        </pc:sldMkLst>
        <pc:spChg chg="mod">
          <ac:chgData name="Dion Qairawan" userId="f2c50bb7-fc80-4c53-8fa4-f6688bfa1320" providerId="ADAL" clId="{D17B8A6A-5E87-425E-A14C-8B08874CBC3A}" dt="2026-02-27T13:15:54.623" v="879" actId="27636"/>
          <ac:spMkLst>
            <pc:docMk/>
            <pc:sldMk cId="144693269" sldId="257"/>
            <ac:spMk id="4" creationId="{CBC9A818-54FA-D5E0-F6EB-2D1C12FC30E6}"/>
          </ac:spMkLst>
        </pc:spChg>
        <pc:spChg chg="mod">
          <ac:chgData name="Dion Qairawan" userId="f2c50bb7-fc80-4c53-8fa4-f6688bfa1320" providerId="ADAL" clId="{D17B8A6A-5E87-425E-A14C-8B08874CBC3A}" dt="2026-02-27T13:17:46.747" v="1090" actId="1076"/>
          <ac:spMkLst>
            <pc:docMk/>
            <pc:sldMk cId="144693269" sldId="257"/>
            <ac:spMk id="5" creationId="{7201E016-47C7-BE76-B4EE-D9622B12BFD2}"/>
          </ac:spMkLst>
        </pc:spChg>
      </pc:sldChg>
      <pc:sldChg chg="addSp modSp mod">
        <pc:chgData name="Dion Qairawan" userId="f2c50bb7-fc80-4c53-8fa4-f6688bfa1320" providerId="ADAL" clId="{D17B8A6A-5E87-425E-A14C-8B08874CBC3A}" dt="2026-02-27T13:23:18.333" v="1369" actId="20577"/>
        <pc:sldMkLst>
          <pc:docMk/>
          <pc:sldMk cId="2215851930" sldId="265"/>
        </pc:sldMkLst>
        <pc:spChg chg="add mod">
          <ac:chgData name="Dion Qairawan" userId="f2c50bb7-fc80-4c53-8fa4-f6688bfa1320" providerId="ADAL" clId="{D17B8A6A-5E87-425E-A14C-8B08874CBC3A}" dt="2026-02-27T13:12:47.555" v="732" actId="20577"/>
          <ac:spMkLst>
            <pc:docMk/>
            <pc:sldMk cId="2215851930" sldId="265"/>
            <ac:spMk id="2" creationId="{10F6782A-4ABB-E08B-D7BD-DBABEAD36D7B}"/>
          </ac:spMkLst>
        </pc:spChg>
        <pc:spChg chg="mod">
          <ac:chgData name="Dion Qairawan" userId="f2c50bb7-fc80-4c53-8fa4-f6688bfa1320" providerId="ADAL" clId="{D17B8A6A-5E87-425E-A14C-8B08874CBC3A}" dt="2026-02-27T13:23:00.640" v="1361" actId="20577"/>
          <ac:spMkLst>
            <pc:docMk/>
            <pc:sldMk cId="2215851930" sldId="265"/>
            <ac:spMk id="5" creationId="{BB8DD129-6550-2814-0D12-1DBB04396591}"/>
          </ac:spMkLst>
        </pc:spChg>
        <pc:spChg chg="add mod">
          <ac:chgData name="Dion Qairawan" userId="f2c50bb7-fc80-4c53-8fa4-f6688bfa1320" providerId="ADAL" clId="{D17B8A6A-5E87-425E-A14C-8B08874CBC3A}" dt="2026-02-27T13:14:33.458" v="816" actId="14100"/>
          <ac:spMkLst>
            <pc:docMk/>
            <pc:sldMk cId="2215851930" sldId="265"/>
            <ac:spMk id="6" creationId="{85FCC993-27DE-B3C1-98FF-4030C63D01D8}"/>
          </ac:spMkLst>
        </pc:spChg>
        <pc:spChg chg="add mod">
          <ac:chgData name="Dion Qairawan" userId="f2c50bb7-fc80-4c53-8fa4-f6688bfa1320" providerId="ADAL" clId="{D17B8A6A-5E87-425E-A14C-8B08874CBC3A}" dt="2026-02-27T13:23:18.333" v="1369" actId="20577"/>
          <ac:spMkLst>
            <pc:docMk/>
            <pc:sldMk cId="2215851930" sldId="265"/>
            <ac:spMk id="7" creationId="{E9390231-9729-7189-8232-2000035B17E8}"/>
          </ac:spMkLst>
        </pc:spChg>
        <pc:cxnChg chg="add">
          <ac:chgData name="Dion Qairawan" userId="f2c50bb7-fc80-4c53-8fa4-f6688bfa1320" providerId="ADAL" clId="{D17B8A6A-5E87-425E-A14C-8B08874CBC3A}" dt="2026-02-27T13:07:19.040" v="192" actId="11529"/>
          <ac:cxnSpMkLst>
            <pc:docMk/>
            <pc:sldMk cId="2215851930" sldId="265"/>
            <ac:cxnSpMk id="4" creationId="{03850C6D-2F4D-A282-34C4-33FF6EB71BC3}"/>
          </ac:cxnSpMkLst>
        </pc:cxnChg>
      </pc:sldChg>
      <pc:sldChg chg="del">
        <pc:chgData name="Dion Qairawan" userId="f2c50bb7-fc80-4c53-8fa4-f6688bfa1320" providerId="ADAL" clId="{D17B8A6A-5E87-425E-A14C-8B08874CBC3A}" dt="2026-02-27T14:08:19.913" v="4373" actId="47"/>
        <pc:sldMkLst>
          <pc:docMk/>
          <pc:sldMk cId="4130343945" sldId="266"/>
        </pc:sldMkLst>
      </pc:sldChg>
      <pc:sldChg chg="del">
        <pc:chgData name="Dion Qairawan" userId="f2c50bb7-fc80-4c53-8fa4-f6688bfa1320" providerId="ADAL" clId="{D17B8A6A-5E87-425E-A14C-8B08874CBC3A}" dt="2026-02-27T14:08:19.913" v="4373" actId="47"/>
        <pc:sldMkLst>
          <pc:docMk/>
          <pc:sldMk cId="2068661921" sldId="267"/>
        </pc:sldMkLst>
      </pc:sldChg>
      <pc:sldChg chg="del">
        <pc:chgData name="Dion Qairawan" userId="f2c50bb7-fc80-4c53-8fa4-f6688bfa1320" providerId="ADAL" clId="{D17B8A6A-5E87-425E-A14C-8B08874CBC3A}" dt="2026-02-27T14:08:19.913" v="4373" actId="47"/>
        <pc:sldMkLst>
          <pc:docMk/>
          <pc:sldMk cId="854959340" sldId="268"/>
        </pc:sldMkLst>
      </pc:sldChg>
      <pc:sldChg chg="del">
        <pc:chgData name="Dion Qairawan" userId="f2c50bb7-fc80-4c53-8fa4-f6688bfa1320" providerId="ADAL" clId="{D17B8A6A-5E87-425E-A14C-8B08874CBC3A}" dt="2026-02-27T14:08:19.913" v="4373" actId="47"/>
        <pc:sldMkLst>
          <pc:docMk/>
          <pc:sldMk cId="3541713725" sldId="269"/>
        </pc:sldMkLst>
      </pc:sldChg>
      <pc:sldChg chg="del">
        <pc:chgData name="Dion Qairawan" userId="f2c50bb7-fc80-4c53-8fa4-f6688bfa1320" providerId="ADAL" clId="{D17B8A6A-5E87-425E-A14C-8B08874CBC3A}" dt="2026-02-27T14:08:19.913" v="4373" actId="47"/>
        <pc:sldMkLst>
          <pc:docMk/>
          <pc:sldMk cId="4195742653" sldId="270"/>
        </pc:sldMkLst>
      </pc:sldChg>
      <pc:sldChg chg="del">
        <pc:chgData name="Dion Qairawan" userId="f2c50bb7-fc80-4c53-8fa4-f6688bfa1320" providerId="ADAL" clId="{D17B8A6A-5E87-425E-A14C-8B08874CBC3A}" dt="2026-02-27T14:08:19.913" v="4373" actId="47"/>
        <pc:sldMkLst>
          <pc:docMk/>
          <pc:sldMk cId="3651548800" sldId="271"/>
        </pc:sldMkLst>
      </pc:sldChg>
      <pc:sldChg chg="del">
        <pc:chgData name="Dion Qairawan" userId="f2c50bb7-fc80-4c53-8fa4-f6688bfa1320" providerId="ADAL" clId="{D17B8A6A-5E87-425E-A14C-8B08874CBC3A}" dt="2026-02-27T14:08:19.913" v="4373" actId="47"/>
        <pc:sldMkLst>
          <pc:docMk/>
          <pc:sldMk cId="1361230695" sldId="272"/>
        </pc:sldMkLst>
      </pc:sldChg>
      <pc:sldChg chg="delSp modSp add mod">
        <pc:chgData name="Dion Qairawan" userId="f2c50bb7-fc80-4c53-8fa4-f6688bfa1320" providerId="ADAL" clId="{D17B8A6A-5E87-425E-A14C-8B08874CBC3A}" dt="2026-02-27T14:23:49.750" v="5527" actId="1076"/>
        <pc:sldMkLst>
          <pc:docMk/>
          <pc:sldMk cId="1905247180" sldId="273"/>
        </pc:sldMkLst>
        <pc:spChg chg="mod">
          <ac:chgData name="Dion Qairawan" userId="f2c50bb7-fc80-4c53-8fa4-f6688bfa1320" providerId="ADAL" clId="{D17B8A6A-5E87-425E-A14C-8B08874CBC3A}" dt="2026-02-27T14:23:49.750" v="5527" actId="1076"/>
          <ac:spMkLst>
            <pc:docMk/>
            <pc:sldMk cId="1905247180" sldId="273"/>
            <ac:spMk id="2" creationId="{59F4C494-A9AB-2694-9C32-99B0334C111A}"/>
          </ac:spMkLst>
        </pc:spChg>
        <pc:spChg chg="mod">
          <ac:chgData name="Dion Qairawan" userId="f2c50bb7-fc80-4c53-8fa4-f6688bfa1320" providerId="ADAL" clId="{D17B8A6A-5E87-425E-A14C-8B08874CBC3A}" dt="2026-02-27T13:35:51.377" v="2144" actId="403"/>
          <ac:spMkLst>
            <pc:docMk/>
            <pc:sldMk cId="1905247180" sldId="273"/>
            <ac:spMk id="5" creationId="{CA78380C-256F-ACC9-3D8B-68021D14DBEF}"/>
          </ac:spMkLst>
        </pc:spChg>
        <pc:spChg chg="del">
          <ac:chgData name="Dion Qairawan" userId="f2c50bb7-fc80-4c53-8fa4-f6688bfa1320" providerId="ADAL" clId="{D17B8A6A-5E87-425E-A14C-8B08874CBC3A}" dt="2026-02-27T13:25:21.797" v="1419" actId="478"/>
          <ac:spMkLst>
            <pc:docMk/>
            <pc:sldMk cId="1905247180" sldId="273"/>
            <ac:spMk id="6" creationId="{67810DF3-5E1D-7C62-FBB2-E48A3F52F44E}"/>
          </ac:spMkLst>
        </pc:spChg>
        <pc:spChg chg="del">
          <ac:chgData name="Dion Qairawan" userId="f2c50bb7-fc80-4c53-8fa4-f6688bfa1320" providerId="ADAL" clId="{D17B8A6A-5E87-425E-A14C-8B08874CBC3A}" dt="2026-02-27T13:25:17.709" v="1418" actId="478"/>
          <ac:spMkLst>
            <pc:docMk/>
            <pc:sldMk cId="1905247180" sldId="273"/>
            <ac:spMk id="7" creationId="{8BAC88EE-1E77-9C02-8436-F9BB1C278AE1}"/>
          </ac:spMkLst>
        </pc:spChg>
        <pc:cxnChg chg="mod">
          <ac:chgData name="Dion Qairawan" userId="f2c50bb7-fc80-4c53-8fa4-f6688bfa1320" providerId="ADAL" clId="{D17B8A6A-5E87-425E-A14C-8B08874CBC3A}" dt="2026-02-27T13:36:05.039" v="2147" actId="1076"/>
          <ac:cxnSpMkLst>
            <pc:docMk/>
            <pc:sldMk cId="1905247180" sldId="273"/>
            <ac:cxnSpMk id="4" creationId="{73650641-DB44-3952-90CC-3062FFE1BFFD}"/>
          </ac:cxnSpMkLst>
        </pc:cxnChg>
      </pc:sldChg>
      <pc:sldChg chg="addSp modSp add mod">
        <pc:chgData name="Dion Qairawan" userId="f2c50bb7-fc80-4c53-8fa4-f6688bfa1320" providerId="ADAL" clId="{D17B8A6A-5E87-425E-A14C-8B08874CBC3A}" dt="2026-02-27T13:53:31.345" v="3795" actId="20577"/>
        <pc:sldMkLst>
          <pc:docMk/>
          <pc:sldMk cId="2228728309" sldId="274"/>
        </pc:sldMkLst>
        <pc:spChg chg="mod">
          <ac:chgData name="Dion Qairawan" userId="f2c50bb7-fc80-4c53-8fa4-f6688bfa1320" providerId="ADAL" clId="{D17B8A6A-5E87-425E-A14C-8B08874CBC3A}" dt="2026-02-27T13:53:31.345" v="3795" actId="20577"/>
          <ac:spMkLst>
            <pc:docMk/>
            <pc:sldMk cId="2228728309" sldId="274"/>
            <ac:spMk id="2" creationId="{ABEF204F-917B-40FB-CB75-2A2653BFCA3F}"/>
          </ac:spMkLst>
        </pc:spChg>
        <pc:spChg chg="add mod">
          <ac:chgData name="Dion Qairawan" userId="f2c50bb7-fc80-4c53-8fa4-f6688bfa1320" providerId="ADAL" clId="{D17B8A6A-5E87-425E-A14C-8B08874CBC3A}" dt="2026-02-27T13:52:11.008" v="3592" actId="20577"/>
          <ac:spMkLst>
            <pc:docMk/>
            <pc:sldMk cId="2228728309" sldId="274"/>
            <ac:spMk id="3" creationId="{6125F7CC-888F-E13A-AC9A-5BFF8E5EFD68}"/>
          </ac:spMkLst>
        </pc:spChg>
      </pc:sldChg>
      <pc:sldChg chg="addSp delSp modSp add del mod">
        <pc:chgData name="Dion Qairawan" userId="f2c50bb7-fc80-4c53-8fa4-f6688bfa1320" providerId="ADAL" clId="{D17B8A6A-5E87-425E-A14C-8B08874CBC3A}" dt="2026-02-27T14:23:13.527" v="5521" actId="2696"/>
        <pc:sldMkLst>
          <pc:docMk/>
          <pc:sldMk cId="3004160932" sldId="275"/>
        </pc:sldMkLst>
        <pc:spChg chg="mod">
          <ac:chgData name="Dion Qairawan" userId="f2c50bb7-fc80-4c53-8fa4-f6688bfa1320" providerId="ADAL" clId="{D17B8A6A-5E87-425E-A14C-8B08874CBC3A}" dt="2026-02-27T13:59:16.932" v="4274" actId="20577"/>
          <ac:spMkLst>
            <pc:docMk/>
            <pc:sldMk cId="3004160932" sldId="275"/>
            <ac:spMk id="2" creationId="{52023635-1B6D-60BA-9374-27EA7337C918}"/>
          </ac:spMkLst>
        </pc:spChg>
        <pc:spChg chg="del">
          <ac:chgData name="Dion Qairawan" userId="f2c50bb7-fc80-4c53-8fa4-f6688bfa1320" providerId="ADAL" clId="{D17B8A6A-5E87-425E-A14C-8B08874CBC3A}" dt="2026-02-27T13:48:49.679" v="3391" actId="478"/>
          <ac:spMkLst>
            <pc:docMk/>
            <pc:sldMk cId="3004160932" sldId="275"/>
            <ac:spMk id="3" creationId="{3D040D7D-7E32-56A5-F676-BF24B0979647}"/>
          </ac:spMkLst>
        </pc:spChg>
        <pc:spChg chg="add mod">
          <ac:chgData name="Dion Qairawan" userId="f2c50bb7-fc80-4c53-8fa4-f6688bfa1320" providerId="ADAL" clId="{D17B8A6A-5E87-425E-A14C-8B08874CBC3A}" dt="2026-02-27T14:08:41.488" v="4374" actId="1076"/>
          <ac:spMkLst>
            <pc:docMk/>
            <pc:sldMk cId="3004160932" sldId="275"/>
            <ac:spMk id="14" creationId="{00C61F4C-96A6-BD7F-ECBB-C247C18C7F4F}"/>
          </ac:spMkLst>
        </pc:spChg>
        <pc:spChg chg="add mod">
          <ac:chgData name="Dion Qairawan" userId="f2c50bb7-fc80-4c53-8fa4-f6688bfa1320" providerId="ADAL" clId="{D17B8A6A-5E87-425E-A14C-8B08874CBC3A}" dt="2026-02-27T14:08:06.392" v="4372" actId="1076"/>
          <ac:spMkLst>
            <pc:docMk/>
            <pc:sldMk cId="3004160932" sldId="275"/>
            <ac:spMk id="19" creationId="{E7CA6E96-4804-6A94-D1B1-066216E6776B}"/>
          </ac:spMkLst>
        </pc:spChg>
        <pc:spChg chg="add mod">
          <ac:chgData name="Dion Qairawan" userId="f2c50bb7-fc80-4c53-8fa4-f6688bfa1320" providerId="ADAL" clId="{D17B8A6A-5E87-425E-A14C-8B08874CBC3A}" dt="2026-02-27T14:07:47.139" v="4347" actId="1076"/>
          <ac:spMkLst>
            <pc:docMk/>
            <pc:sldMk cId="3004160932" sldId="275"/>
            <ac:spMk id="22" creationId="{CE2EB9F7-5F7A-A84D-40D8-4DED232B1A62}"/>
          </ac:spMkLst>
        </pc:spChg>
        <pc:picChg chg="add del mod">
          <ac:chgData name="Dion Qairawan" userId="f2c50bb7-fc80-4c53-8fa4-f6688bfa1320" providerId="ADAL" clId="{D17B8A6A-5E87-425E-A14C-8B08874CBC3A}" dt="2026-02-27T14:00:46.719" v="4280" actId="478"/>
          <ac:picMkLst>
            <pc:docMk/>
            <pc:sldMk cId="3004160932" sldId="275"/>
            <ac:picMk id="7" creationId="{576B6336-9435-AC14-0513-3C2BED2B857A}"/>
          </ac:picMkLst>
        </pc:picChg>
        <pc:picChg chg="add mod">
          <ac:chgData name="Dion Qairawan" userId="f2c50bb7-fc80-4c53-8fa4-f6688bfa1320" providerId="ADAL" clId="{D17B8A6A-5E87-425E-A14C-8B08874CBC3A}" dt="2026-02-27T14:08:41.488" v="4374" actId="1076"/>
          <ac:picMkLst>
            <pc:docMk/>
            <pc:sldMk cId="3004160932" sldId="275"/>
            <ac:picMk id="9" creationId="{2000D640-2B90-5FCE-F1BC-804B25F84F95}"/>
          </ac:picMkLst>
        </pc:picChg>
        <pc:picChg chg="add mod">
          <ac:chgData name="Dion Qairawan" userId="f2c50bb7-fc80-4c53-8fa4-f6688bfa1320" providerId="ADAL" clId="{D17B8A6A-5E87-425E-A14C-8B08874CBC3A}" dt="2026-02-27T14:08:41.488" v="4374" actId="1076"/>
          <ac:picMkLst>
            <pc:docMk/>
            <pc:sldMk cId="3004160932" sldId="275"/>
            <ac:picMk id="11" creationId="{B9EF6ED6-3D67-40D0-C0F8-100336562F92}"/>
          </ac:picMkLst>
        </pc:picChg>
        <pc:picChg chg="add mod">
          <ac:chgData name="Dion Qairawan" userId="f2c50bb7-fc80-4c53-8fa4-f6688bfa1320" providerId="ADAL" clId="{D17B8A6A-5E87-425E-A14C-8B08874CBC3A}" dt="2026-02-27T14:08:41.488" v="4374" actId="1076"/>
          <ac:picMkLst>
            <pc:docMk/>
            <pc:sldMk cId="3004160932" sldId="275"/>
            <ac:picMk id="13" creationId="{902525C1-6EC4-C900-A3D6-066279CB79FD}"/>
          </ac:picMkLst>
        </pc:picChg>
        <pc:picChg chg="add mod">
          <ac:chgData name="Dion Qairawan" userId="f2c50bb7-fc80-4c53-8fa4-f6688bfa1320" providerId="ADAL" clId="{D17B8A6A-5E87-425E-A14C-8B08874CBC3A}" dt="2026-02-27T14:08:41.488" v="4374" actId="1076"/>
          <ac:picMkLst>
            <pc:docMk/>
            <pc:sldMk cId="3004160932" sldId="275"/>
            <ac:picMk id="16" creationId="{C6B61863-F817-C7AC-D4B1-EBB5ADBF9A37}"/>
          </ac:picMkLst>
        </pc:picChg>
        <pc:picChg chg="add mod modCrop">
          <ac:chgData name="Dion Qairawan" userId="f2c50bb7-fc80-4c53-8fa4-f6688bfa1320" providerId="ADAL" clId="{D17B8A6A-5E87-425E-A14C-8B08874CBC3A}" dt="2026-02-27T14:07:24.194" v="4343" actId="1076"/>
          <ac:picMkLst>
            <pc:docMk/>
            <pc:sldMk cId="3004160932" sldId="275"/>
            <ac:picMk id="18" creationId="{32D746C1-1B23-72A6-016A-32E1AC81A421}"/>
          </ac:picMkLst>
        </pc:picChg>
        <pc:picChg chg="add mod modCrop">
          <ac:chgData name="Dion Qairawan" userId="f2c50bb7-fc80-4c53-8fa4-f6688bfa1320" providerId="ADAL" clId="{D17B8A6A-5E87-425E-A14C-8B08874CBC3A}" dt="2026-02-27T14:07:39.293" v="4345" actId="1076"/>
          <ac:picMkLst>
            <pc:docMk/>
            <pc:sldMk cId="3004160932" sldId="275"/>
            <ac:picMk id="21" creationId="{75A251C2-E073-D40F-A818-0688A67EFCAF}"/>
          </ac:picMkLst>
        </pc:picChg>
      </pc:sldChg>
      <pc:sldChg chg="addSp delSp modSp add mod ord">
        <pc:chgData name="Dion Qairawan" userId="f2c50bb7-fc80-4c53-8fa4-f6688bfa1320" providerId="ADAL" clId="{D17B8A6A-5E87-425E-A14C-8B08874CBC3A}" dt="2026-02-27T14:22:51.470" v="5518" actId="1076"/>
        <pc:sldMkLst>
          <pc:docMk/>
          <pc:sldMk cId="718786833" sldId="276"/>
        </pc:sldMkLst>
        <pc:spChg chg="mod">
          <ac:chgData name="Dion Qairawan" userId="f2c50bb7-fc80-4c53-8fa4-f6688bfa1320" providerId="ADAL" clId="{D17B8A6A-5E87-425E-A14C-8B08874CBC3A}" dt="2026-02-27T14:20:00.173" v="5196" actId="20577"/>
          <ac:spMkLst>
            <pc:docMk/>
            <pc:sldMk cId="718786833" sldId="276"/>
            <ac:spMk id="2" creationId="{B155D63A-F400-48E9-73AB-4590033EA2B2}"/>
          </ac:spMkLst>
        </pc:spChg>
        <pc:spChg chg="add mod">
          <ac:chgData name="Dion Qairawan" userId="f2c50bb7-fc80-4c53-8fa4-f6688bfa1320" providerId="ADAL" clId="{D17B8A6A-5E87-425E-A14C-8B08874CBC3A}" dt="2026-02-27T14:22:51.470" v="5518" actId="1076"/>
          <ac:spMkLst>
            <pc:docMk/>
            <pc:sldMk cId="718786833" sldId="276"/>
            <ac:spMk id="3" creationId="{592D2E51-33AD-376D-78AF-00188D39672A}"/>
          </ac:spMkLst>
        </pc:spChg>
        <pc:spChg chg="del">
          <ac:chgData name="Dion Qairawan" userId="f2c50bb7-fc80-4c53-8fa4-f6688bfa1320" providerId="ADAL" clId="{D17B8A6A-5E87-425E-A14C-8B08874CBC3A}" dt="2026-02-27T14:11:55.674" v="4383" actId="478"/>
          <ac:spMkLst>
            <pc:docMk/>
            <pc:sldMk cId="718786833" sldId="276"/>
            <ac:spMk id="14" creationId="{3891075C-2E31-ED97-BFDA-9DC4271D678F}"/>
          </ac:spMkLst>
        </pc:spChg>
        <pc:spChg chg="del">
          <ac:chgData name="Dion Qairawan" userId="f2c50bb7-fc80-4c53-8fa4-f6688bfa1320" providerId="ADAL" clId="{D17B8A6A-5E87-425E-A14C-8B08874CBC3A}" dt="2026-02-27T14:11:55.674" v="4383" actId="478"/>
          <ac:spMkLst>
            <pc:docMk/>
            <pc:sldMk cId="718786833" sldId="276"/>
            <ac:spMk id="19" creationId="{7C925F49-DFDC-35BA-4317-2170C8F06626}"/>
          </ac:spMkLst>
        </pc:spChg>
        <pc:spChg chg="del">
          <ac:chgData name="Dion Qairawan" userId="f2c50bb7-fc80-4c53-8fa4-f6688bfa1320" providerId="ADAL" clId="{D17B8A6A-5E87-425E-A14C-8B08874CBC3A}" dt="2026-02-27T14:11:55.674" v="4383" actId="478"/>
          <ac:spMkLst>
            <pc:docMk/>
            <pc:sldMk cId="718786833" sldId="276"/>
            <ac:spMk id="22" creationId="{D44DF892-FD8B-CFD5-CC5E-51F3367E09AF}"/>
          </ac:spMkLst>
        </pc:spChg>
        <pc:picChg chg="del">
          <ac:chgData name="Dion Qairawan" userId="f2c50bb7-fc80-4c53-8fa4-f6688bfa1320" providerId="ADAL" clId="{D17B8A6A-5E87-425E-A14C-8B08874CBC3A}" dt="2026-02-27T14:11:55.674" v="4383" actId="478"/>
          <ac:picMkLst>
            <pc:docMk/>
            <pc:sldMk cId="718786833" sldId="276"/>
            <ac:picMk id="9" creationId="{657B2549-4B38-276D-5297-39903643DD08}"/>
          </ac:picMkLst>
        </pc:picChg>
        <pc:picChg chg="del">
          <ac:chgData name="Dion Qairawan" userId="f2c50bb7-fc80-4c53-8fa4-f6688bfa1320" providerId="ADAL" clId="{D17B8A6A-5E87-425E-A14C-8B08874CBC3A}" dt="2026-02-27T14:11:55.674" v="4383" actId="478"/>
          <ac:picMkLst>
            <pc:docMk/>
            <pc:sldMk cId="718786833" sldId="276"/>
            <ac:picMk id="11" creationId="{D6FFD855-0FE6-323A-2638-E078839B5534}"/>
          </ac:picMkLst>
        </pc:picChg>
        <pc:picChg chg="del">
          <ac:chgData name="Dion Qairawan" userId="f2c50bb7-fc80-4c53-8fa4-f6688bfa1320" providerId="ADAL" clId="{D17B8A6A-5E87-425E-A14C-8B08874CBC3A}" dt="2026-02-27T14:11:55.674" v="4383" actId="478"/>
          <ac:picMkLst>
            <pc:docMk/>
            <pc:sldMk cId="718786833" sldId="276"/>
            <ac:picMk id="13" creationId="{C3D41E63-80A0-A859-F595-C65951016AEE}"/>
          </ac:picMkLst>
        </pc:picChg>
        <pc:picChg chg="del">
          <ac:chgData name="Dion Qairawan" userId="f2c50bb7-fc80-4c53-8fa4-f6688bfa1320" providerId="ADAL" clId="{D17B8A6A-5E87-425E-A14C-8B08874CBC3A}" dt="2026-02-27T14:11:55.674" v="4383" actId="478"/>
          <ac:picMkLst>
            <pc:docMk/>
            <pc:sldMk cId="718786833" sldId="276"/>
            <ac:picMk id="16" creationId="{624EA28B-3198-02D1-CB6D-4C7FD1BF8681}"/>
          </ac:picMkLst>
        </pc:picChg>
        <pc:picChg chg="del">
          <ac:chgData name="Dion Qairawan" userId="f2c50bb7-fc80-4c53-8fa4-f6688bfa1320" providerId="ADAL" clId="{D17B8A6A-5E87-425E-A14C-8B08874CBC3A}" dt="2026-02-27T14:11:55.674" v="4383" actId="478"/>
          <ac:picMkLst>
            <pc:docMk/>
            <pc:sldMk cId="718786833" sldId="276"/>
            <ac:picMk id="18" creationId="{65DFAE8A-47F3-E893-6E2C-250FDBB1FB0F}"/>
          </ac:picMkLst>
        </pc:picChg>
        <pc:picChg chg="del">
          <ac:chgData name="Dion Qairawan" userId="f2c50bb7-fc80-4c53-8fa4-f6688bfa1320" providerId="ADAL" clId="{D17B8A6A-5E87-425E-A14C-8B08874CBC3A}" dt="2026-02-27T14:11:55.674" v="4383" actId="478"/>
          <ac:picMkLst>
            <pc:docMk/>
            <pc:sldMk cId="718786833" sldId="276"/>
            <ac:picMk id="21" creationId="{2A4F94F9-57E1-04CA-4DE8-234172CDB6EC}"/>
          </ac:picMkLst>
        </pc:picChg>
      </pc:sldChg>
      <pc:sldChg chg="modSp add mod ord">
        <pc:chgData name="Dion Qairawan" userId="f2c50bb7-fc80-4c53-8fa4-f6688bfa1320" providerId="ADAL" clId="{D17B8A6A-5E87-425E-A14C-8B08874CBC3A}" dt="2026-02-27T14:23:07.235" v="5520"/>
        <pc:sldMkLst>
          <pc:docMk/>
          <pc:sldMk cId="1625791987" sldId="277"/>
        </pc:sldMkLst>
        <pc:picChg chg="mod modCrop">
          <ac:chgData name="Dion Qairawan" userId="f2c50bb7-fc80-4c53-8fa4-f6688bfa1320" providerId="ADAL" clId="{D17B8A6A-5E87-425E-A14C-8B08874CBC3A}" dt="2026-02-27T14:11:32.720" v="4380" actId="732"/>
          <ac:picMkLst>
            <pc:docMk/>
            <pc:sldMk cId="1625791987" sldId="277"/>
            <ac:picMk id="18" creationId="{EC9ADCCD-359B-BD22-AAFF-C2380294BA6F}"/>
          </ac:picMkLst>
        </pc:picChg>
      </pc:sldChg>
      <pc:sldChg chg="addSp delSp modSp add mod">
        <pc:chgData name="Dion Qairawan" userId="f2c50bb7-fc80-4c53-8fa4-f6688bfa1320" providerId="ADAL" clId="{D17B8A6A-5E87-425E-A14C-8B08874CBC3A}" dt="2026-02-28T12:23:50.298" v="5566" actId="1076"/>
        <pc:sldMkLst>
          <pc:docMk/>
          <pc:sldMk cId="972346012" sldId="278"/>
        </pc:sldMkLst>
        <pc:spChg chg="mod">
          <ac:chgData name="Dion Qairawan" userId="f2c50bb7-fc80-4c53-8fa4-f6688bfa1320" providerId="ADAL" clId="{D17B8A6A-5E87-425E-A14C-8B08874CBC3A}" dt="2026-02-27T14:40:10.296" v="5548" actId="14100"/>
          <ac:spMkLst>
            <pc:docMk/>
            <pc:sldMk cId="972346012" sldId="278"/>
            <ac:spMk id="2" creationId="{8AE8578B-C984-54C7-F2C0-450384643F2D}"/>
          </ac:spMkLst>
        </pc:spChg>
        <pc:spChg chg="del">
          <ac:chgData name="Dion Qairawan" userId="f2c50bb7-fc80-4c53-8fa4-f6688bfa1320" providerId="ADAL" clId="{D17B8A6A-5E87-425E-A14C-8B08874CBC3A}" dt="2026-02-27T14:38:01.243" v="5531" actId="478"/>
          <ac:spMkLst>
            <pc:docMk/>
            <pc:sldMk cId="972346012" sldId="278"/>
            <ac:spMk id="3" creationId="{A46C816F-FFC9-6A43-EAFE-7FEA3C086179}"/>
          </ac:spMkLst>
        </pc:spChg>
        <pc:picChg chg="add mod">
          <ac:chgData name="Dion Qairawan" userId="f2c50bb7-fc80-4c53-8fa4-f6688bfa1320" providerId="ADAL" clId="{D17B8A6A-5E87-425E-A14C-8B08874CBC3A}" dt="2026-02-28T12:23:50.298" v="5566" actId="1076"/>
          <ac:picMkLst>
            <pc:docMk/>
            <pc:sldMk cId="972346012" sldId="278"/>
            <ac:picMk id="3" creationId="{FEA4A82F-D68A-EB04-CEEA-FDAD451D8D9E}"/>
          </ac:picMkLst>
        </pc:picChg>
        <pc:picChg chg="add del mod">
          <ac:chgData name="Dion Qairawan" userId="f2c50bb7-fc80-4c53-8fa4-f6688bfa1320" providerId="ADAL" clId="{D17B8A6A-5E87-425E-A14C-8B08874CBC3A}" dt="2026-02-28T11:07:23.933" v="5550" actId="478"/>
          <ac:picMkLst>
            <pc:docMk/>
            <pc:sldMk cId="972346012" sldId="278"/>
            <ac:picMk id="1026" creationId="{53B2C97F-9803-34AC-F544-58F9D6A1588D}"/>
          </ac:picMkLst>
        </pc:picChg>
      </pc:sldChg>
      <pc:sldChg chg="addSp delSp modSp add mod">
        <pc:chgData name="Dion Qairawan" userId="f2c50bb7-fc80-4c53-8fa4-f6688bfa1320" providerId="ADAL" clId="{D17B8A6A-5E87-425E-A14C-8B08874CBC3A}" dt="2026-02-28T14:01:52.170" v="5603" actId="1076"/>
        <pc:sldMkLst>
          <pc:docMk/>
          <pc:sldMk cId="3416626040" sldId="279"/>
        </pc:sldMkLst>
        <pc:spChg chg="mod">
          <ac:chgData name="Dion Qairawan" userId="f2c50bb7-fc80-4c53-8fa4-f6688bfa1320" providerId="ADAL" clId="{D17B8A6A-5E87-425E-A14C-8B08874CBC3A}" dt="2026-02-28T13:58:49.458" v="5591" actId="20577"/>
          <ac:spMkLst>
            <pc:docMk/>
            <pc:sldMk cId="3416626040" sldId="279"/>
            <ac:spMk id="2" creationId="{6D9647EE-38A9-239E-0013-54A9718B45FF}"/>
          </ac:spMkLst>
        </pc:spChg>
        <pc:picChg chg="del">
          <ac:chgData name="Dion Qairawan" userId="f2c50bb7-fc80-4c53-8fa4-f6688bfa1320" providerId="ADAL" clId="{D17B8A6A-5E87-425E-A14C-8B08874CBC3A}" dt="2026-02-28T13:58:41.473" v="5568" actId="478"/>
          <ac:picMkLst>
            <pc:docMk/>
            <pc:sldMk cId="3416626040" sldId="279"/>
            <ac:picMk id="3" creationId="{B0E63A1C-008C-2A5C-8574-CC9C49646875}"/>
          </ac:picMkLst>
        </pc:picChg>
        <pc:picChg chg="add mod">
          <ac:chgData name="Dion Qairawan" userId="f2c50bb7-fc80-4c53-8fa4-f6688bfa1320" providerId="ADAL" clId="{D17B8A6A-5E87-425E-A14C-8B08874CBC3A}" dt="2026-02-28T14:01:52.170" v="5603" actId="1076"/>
          <ac:picMkLst>
            <pc:docMk/>
            <pc:sldMk cId="3416626040" sldId="279"/>
            <ac:picMk id="7" creationId="{9E3EF0FF-4E6C-92BF-A2C8-044250347F67}"/>
          </ac:picMkLst>
        </pc:picChg>
        <pc:picChg chg="add mod">
          <ac:chgData name="Dion Qairawan" userId="f2c50bb7-fc80-4c53-8fa4-f6688bfa1320" providerId="ADAL" clId="{D17B8A6A-5E87-425E-A14C-8B08874CBC3A}" dt="2026-02-28T14:01:45.048" v="5601" actId="1076"/>
          <ac:picMkLst>
            <pc:docMk/>
            <pc:sldMk cId="3416626040" sldId="279"/>
            <ac:picMk id="9" creationId="{A87CF0A4-1F33-CEC1-EF94-4CF2E7883AC2}"/>
          </ac:picMkLst>
        </pc:picChg>
        <pc:picChg chg="add mod">
          <ac:chgData name="Dion Qairawan" userId="f2c50bb7-fc80-4c53-8fa4-f6688bfa1320" providerId="ADAL" clId="{D17B8A6A-5E87-425E-A14C-8B08874CBC3A}" dt="2026-02-28T14:01:48.441" v="5602" actId="1076"/>
          <ac:picMkLst>
            <pc:docMk/>
            <pc:sldMk cId="3416626040" sldId="279"/>
            <ac:picMk id="11" creationId="{7C39998A-B848-FABE-BCBC-DA59AEF57979}"/>
          </ac:picMkLst>
        </pc:picChg>
      </pc:sldChg>
      <pc:sldChg chg="addSp delSp modSp add mod">
        <pc:chgData name="Dion Qairawan" userId="f2c50bb7-fc80-4c53-8fa4-f6688bfa1320" providerId="ADAL" clId="{D17B8A6A-5E87-425E-A14C-8B08874CBC3A}" dt="2026-02-28T14:06:17.135" v="5647" actId="1076"/>
        <pc:sldMkLst>
          <pc:docMk/>
          <pc:sldMk cId="3012119728" sldId="280"/>
        </pc:sldMkLst>
        <pc:spChg chg="mod">
          <ac:chgData name="Dion Qairawan" userId="f2c50bb7-fc80-4c53-8fa4-f6688bfa1320" providerId="ADAL" clId="{D17B8A6A-5E87-425E-A14C-8B08874CBC3A}" dt="2026-02-28T14:02:05.196" v="5621" actId="20577"/>
          <ac:spMkLst>
            <pc:docMk/>
            <pc:sldMk cId="3012119728" sldId="280"/>
            <ac:spMk id="2" creationId="{C5AEC06F-E664-A49E-D5AB-184454B3FD73}"/>
          </ac:spMkLst>
        </pc:spChg>
        <pc:picChg chg="add mod">
          <ac:chgData name="Dion Qairawan" userId="f2c50bb7-fc80-4c53-8fa4-f6688bfa1320" providerId="ADAL" clId="{D17B8A6A-5E87-425E-A14C-8B08874CBC3A}" dt="2026-02-28T14:04:00.523" v="5633" actId="14100"/>
          <ac:picMkLst>
            <pc:docMk/>
            <pc:sldMk cId="3012119728" sldId="280"/>
            <ac:picMk id="6" creationId="{7BCCC8A4-5914-138D-325F-2A048FE72F4A}"/>
          </ac:picMkLst>
        </pc:picChg>
        <pc:picChg chg="del">
          <ac:chgData name="Dion Qairawan" userId="f2c50bb7-fc80-4c53-8fa4-f6688bfa1320" providerId="ADAL" clId="{D17B8A6A-5E87-425E-A14C-8B08874CBC3A}" dt="2026-02-28T14:03:13.687" v="5625" actId="478"/>
          <ac:picMkLst>
            <pc:docMk/>
            <pc:sldMk cId="3012119728" sldId="280"/>
            <ac:picMk id="7" creationId="{A3CE0D13-03C7-FB1D-04AE-1C2A361104B8}"/>
          </ac:picMkLst>
        </pc:picChg>
        <pc:picChg chg="del">
          <ac:chgData name="Dion Qairawan" userId="f2c50bb7-fc80-4c53-8fa4-f6688bfa1320" providerId="ADAL" clId="{D17B8A6A-5E87-425E-A14C-8B08874CBC3A}" dt="2026-02-28T14:02:39.405" v="5622" actId="478"/>
          <ac:picMkLst>
            <pc:docMk/>
            <pc:sldMk cId="3012119728" sldId="280"/>
            <ac:picMk id="9" creationId="{B4C70976-626D-9D76-DAD6-9BC3E16F5F08}"/>
          </ac:picMkLst>
        </pc:picChg>
        <pc:picChg chg="add mod">
          <ac:chgData name="Dion Qairawan" userId="f2c50bb7-fc80-4c53-8fa4-f6688bfa1320" providerId="ADAL" clId="{D17B8A6A-5E87-425E-A14C-8B08874CBC3A}" dt="2026-02-28T14:04:14.084" v="5638" actId="1076"/>
          <ac:picMkLst>
            <pc:docMk/>
            <pc:sldMk cId="3012119728" sldId="280"/>
            <ac:picMk id="10" creationId="{BFF58B50-80BD-575E-6702-CADF8C908224}"/>
          </ac:picMkLst>
        </pc:picChg>
        <pc:picChg chg="del">
          <ac:chgData name="Dion Qairawan" userId="f2c50bb7-fc80-4c53-8fa4-f6688bfa1320" providerId="ADAL" clId="{D17B8A6A-5E87-425E-A14C-8B08874CBC3A}" dt="2026-02-28T14:03:15.249" v="5626" actId="478"/>
          <ac:picMkLst>
            <pc:docMk/>
            <pc:sldMk cId="3012119728" sldId="280"/>
            <ac:picMk id="11" creationId="{15CD0D14-00E4-DC9D-7147-17EC1AEBAA05}"/>
          </ac:picMkLst>
        </pc:picChg>
        <pc:picChg chg="add mod">
          <ac:chgData name="Dion Qairawan" userId="f2c50bb7-fc80-4c53-8fa4-f6688bfa1320" providerId="ADAL" clId="{D17B8A6A-5E87-425E-A14C-8B08874CBC3A}" dt="2026-02-28T14:04:52.479" v="5642" actId="1076"/>
          <ac:picMkLst>
            <pc:docMk/>
            <pc:sldMk cId="3012119728" sldId="280"/>
            <ac:picMk id="13" creationId="{C4A11E36-80BB-73C5-8067-1976E252E039}"/>
          </ac:picMkLst>
        </pc:picChg>
        <pc:picChg chg="add mod">
          <ac:chgData name="Dion Qairawan" userId="f2c50bb7-fc80-4c53-8fa4-f6688bfa1320" providerId="ADAL" clId="{D17B8A6A-5E87-425E-A14C-8B08874CBC3A}" dt="2026-02-28T14:06:17.135" v="5647" actId="1076"/>
          <ac:picMkLst>
            <pc:docMk/>
            <pc:sldMk cId="3012119728" sldId="280"/>
            <ac:picMk id="15" creationId="{B6CB7696-3905-E312-EA1B-C41EC525F72E}"/>
          </ac:picMkLst>
        </pc:picChg>
      </pc:sldChg>
      <pc:sldChg chg="addSp delSp modSp add mod">
        <pc:chgData name="Dion Qairawan" userId="f2c50bb7-fc80-4c53-8fa4-f6688bfa1320" providerId="ADAL" clId="{D17B8A6A-5E87-425E-A14C-8B08874CBC3A}" dt="2026-02-28T14:13:13.337" v="6037" actId="14100"/>
        <pc:sldMkLst>
          <pc:docMk/>
          <pc:sldMk cId="3981871333" sldId="281"/>
        </pc:sldMkLst>
        <pc:spChg chg="mod">
          <ac:chgData name="Dion Qairawan" userId="f2c50bb7-fc80-4c53-8fa4-f6688bfa1320" providerId="ADAL" clId="{D17B8A6A-5E87-425E-A14C-8B08874CBC3A}" dt="2026-02-28T14:10:32.421" v="5876" actId="6549"/>
          <ac:spMkLst>
            <pc:docMk/>
            <pc:sldMk cId="3981871333" sldId="281"/>
            <ac:spMk id="2" creationId="{518CBC6F-8069-D2FF-EEB8-7D3761F76335}"/>
          </ac:spMkLst>
        </pc:spChg>
        <pc:spChg chg="add mod">
          <ac:chgData name="Dion Qairawan" userId="f2c50bb7-fc80-4c53-8fa4-f6688bfa1320" providerId="ADAL" clId="{D17B8A6A-5E87-425E-A14C-8B08874CBC3A}" dt="2026-02-28T14:13:13.337" v="6037" actId="14100"/>
          <ac:spMkLst>
            <pc:docMk/>
            <pc:sldMk cId="3981871333" sldId="281"/>
            <ac:spMk id="6" creationId="{C679CEE7-AFEE-83A6-B426-DFC03493D505}"/>
          </ac:spMkLst>
        </pc:spChg>
        <pc:spChg chg="add mod">
          <ac:chgData name="Dion Qairawan" userId="f2c50bb7-fc80-4c53-8fa4-f6688bfa1320" providerId="ADAL" clId="{D17B8A6A-5E87-425E-A14C-8B08874CBC3A}" dt="2026-02-28T14:12:53.454" v="6035" actId="404"/>
          <ac:spMkLst>
            <pc:docMk/>
            <pc:sldMk cId="3981871333" sldId="281"/>
            <ac:spMk id="7" creationId="{ACCEA74F-6C04-60FB-85E7-61E0DB03079F}"/>
          </ac:spMkLst>
        </pc:spChg>
        <pc:spChg chg="add mod">
          <ac:chgData name="Dion Qairawan" userId="f2c50bb7-fc80-4c53-8fa4-f6688bfa1320" providerId="ADAL" clId="{D17B8A6A-5E87-425E-A14C-8B08874CBC3A}" dt="2026-02-28T14:13:02.566" v="6036" actId="255"/>
          <ac:spMkLst>
            <pc:docMk/>
            <pc:sldMk cId="3981871333" sldId="281"/>
            <ac:spMk id="8" creationId="{3031CE2E-B1DB-29C7-B107-4BE1FAC9B75D}"/>
          </ac:spMkLst>
        </pc:spChg>
        <pc:picChg chg="del">
          <ac:chgData name="Dion Qairawan" userId="f2c50bb7-fc80-4c53-8fa4-f6688bfa1320" providerId="ADAL" clId="{D17B8A6A-5E87-425E-A14C-8B08874CBC3A}" dt="2026-02-28T14:08:01.696" v="5666" actId="478"/>
          <ac:picMkLst>
            <pc:docMk/>
            <pc:sldMk cId="3981871333" sldId="281"/>
            <ac:picMk id="3" creationId="{DAC3003C-9D12-F05C-B411-5573C931043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DC68E3-C904-4065-8883-5083C861B61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142C45-40DC-4A07-BE61-7FF5997DE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077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5276088"/>
            <a:ext cx="11347704" cy="78638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980176"/>
            <a:ext cx="11347704" cy="53035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F9A648C8-0436-6FAF-8B52-BA15EFB5F90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2901" y="343038"/>
            <a:ext cx="11506200" cy="4792766"/>
          </a:xfrm>
          <a:custGeom>
            <a:avLst/>
            <a:gdLst>
              <a:gd name="connsiteX0" fmla="*/ 292023 w 11506200"/>
              <a:gd name="connsiteY0" fmla="*/ 0 h 4792766"/>
              <a:gd name="connsiteX1" fmla="*/ 11214177 w 11506200"/>
              <a:gd name="connsiteY1" fmla="*/ 0 h 4792766"/>
              <a:gd name="connsiteX2" fmla="*/ 11506200 w 11506200"/>
              <a:gd name="connsiteY2" fmla="*/ 292023 h 4792766"/>
              <a:gd name="connsiteX3" fmla="*/ 11506200 w 11506200"/>
              <a:gd name="connsiteY3" fmla="*/ 4500743 h 4792766"/>
              <a:gd name="connsiteX4" fmla="*/ 11214177 w 11506200"/>
              <a:gd name="connsiteY4" fmla="*/ 4792766 h 4792766"/>
              <a:gd name="connsiteX5" fmla="*/ 292023 w 11506200"/>
              <a:gd name="connsiteY5" fmla="*/ 4792766 h 4792766"/>
              <a:gd name="connsiteX6" fmla="*/ 0 w 11506200"/>
              <a:gd name="connsiteY6" fmla="*/ 4500743 h 4792766"/>
              <a:gd name="connsiteX7" fmla="*/ 0 w 11506200"/>
              <a:gd name="connsiteY7" fmla="*/ 292023 h 4792766"/>
              <a:gd name="connsiteX8" fmla="*/ 292023 w 11506200"/>
              <a:gd name="connsiteY8" fmla="*/ 0 h 4792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6200" h="4792766">
                <a:moveTo>
                  <a:pt x="292023" y="0"/>
                </a:moveTo>
                <a:lnTo>
                  <a:pt x="11214177" y="0"/>
                </a:lnTo>
                <a:cubicBezTo>
                  <a:pt x="11375457" y="0"/>
                  <a:pt x="11506200" y="130743"/>
                  <a:pt x="11506200" y="292023"/>
                </a:cubicBezTo>
                <a:lnTo>
                  <a:pt x="11506200" y="4500743"/>
                </a:lnTo>
                <a:cubicBezTo>
                  <a:pt x="11506200" y="4662023"/>
                  <a:pt x="11375457" y="4792766"/>
                  <a:pt x="11214177" y="4792766"/>
                </a:cubicBezTo>
                <a:lnTo>
                  <a:pt x="292023" y="4792766"/>
                </a:lnTo>
                <a:cubicBezTo>
                  <a:pt x="130743" y="4792766"/>
                  <a:pt x="0" y="4662023"/>
                  <a:pt x="0" y="4500743"/>
                </a:cubicBezTo>
                <a:lnTo>
                  <a:pt x="0" y="292023"/>
                </a:lnTo>
                <a:cubicBezTo>
                  <a:pt x="0" y="130743"/>
                  <a:pt x="130743" y="0"/>
                  <a:pt x="292023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519672"/>
            <a:ext cx="349431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6CD91AB5-8D64-469B-81DF-A26B406D2B54}" type="datetime1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6519672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519672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549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96B54-ED46-4036-80F8-E8EFB102CB24}" type="datetime1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2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4590288" cy="3739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2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55FC269D-AA10-2D35-8DD6-33E0E2CC40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591348" y="343038"/>
            <a:ext cx="6257031" cy="6172200"/>
          </a:xfrm>
          <a:custGeom>
            <a:avLst/>
            <a:gdLst>
              <a:gd name="connsiteX0" fmla="*/ 318609 w 6257031"/>
              <a:gd name="connsiteY0" fmla="*/ 0 h 6172200"/>
              <a:gd name="connsiteX1" fmla="*/ 5938422 w 6257031"/>
              <a:gd name="connsiteY1" fmla="*/ 0 h 6172200"/>
              <a:gd name="connsiteX2" fmla="*/ 6257031 w 6257031"/>
              <a:gd name="connsiteY2" fmla="*/ 318609 h 6172200"/>
              <a:gd name="connsiteX3" fmla="*/ 6257031 w 6257031"/>
              <a:gd name="connsiteY3" fmla="*/ 5853591 h 6172200"/>
              <a:gd name="connsiteX4" fmla="*/ 5938422 w 6257031"/>
              <a:gd name="connsiteY4" fmla="*/ 6172200 h 6172200"/>
              <a:gd name="connsiteX5" fmla="*/ 318609 w 6257031"/>
              <a:gd name="connsiteY5" fmla="*/ 6172200 h 6172200"/>
              <a:gd name="connsiteX6" fmla="*/ 0 w 6257031"/>
              <a:gd name="connsiteY6" fmla="*/ 5853591 h 6172200"/>
              <a:gd name="connsiteX7" fmla="*/ 0 w 6257031"/>
              <a:gd name="connsiteY7" fmla="*/ 318609 h 6172200"/>
              <a:gd name="connsiteX8" fmla="*/ 318609 w 6257031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57031" h="6172200">
                <a:moveTo>
                  <a:pt x="318609" y="0"/>
                </a:moveTo>
                <a:lnTo>
                  <a:pt x="5938422" y="0"/>
                </a:lnTo>
                <a:cubicBezTo>
                  <a:pt x="6114385" y="0"/>
                  <a:pt x="6257031" y="142646"/>
                  <a:pt x="6257031" y="318609"/>
                </a:cubicBezTo>
                <a:lnTo>
                  <a:pt x="6257031" y="5853591"/>
                </a:lnTo>
                <a:cubicBezTo>
                  <a:pt x="6257031" y="6029554"/>
                  <a:pt x="6114385" y="6172200"/>
                  <a:pt x="5938422" y="6172200"/>
                </a:cubicBezTo>
                <a:lnTo>
                  <a:pt x="318609" y="6172200"/>
                </a:lnTo>
                <a:cubicBezTo>
                  <a:pt x="142646" y="6172200"/>
                  <a:pt x="0" y="6029554"/>
                  <a:pt x="0" y="5853591"/>
                </a:cubicBezTo>
                <a:lnTo>
                  <a:pt x="0" y="318609"/>
                </a:lnTo>
                <a:cubicBezTo>
                  <a:pt x="0" y="142646"/>
                  <a:pt x="142646" y="0"/>
                  <a:pt x="318609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164B5AC7-D387-41BC-BBB6-F6DD0E8CACDB}" type="datetime1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5675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5397718" cy="3739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517136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A0D73698-4765-4C7F-8C74-6EF048F95E94}" type="datetime1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8F28510C-0939-D915-FCC8-7D8AD447578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20113" y="342900"/>
            <a:ext cx="5131133" cy="6172200"/>
          </a:xfrm>
          <a:custGeom>
            <a:avLst/>
            <a:gdLst>
              <a:gd name="connsiteX0" fmla="*/ 305905 w 5334000"/>
              <a:gd name="connsiteY0" fmla="*/ 0 h 6172200"/>
              <a:gd name="connsiteX1" fmla="*/ 5028095 w 5334000"/>
              <a:gd name="connsiteY1" fmla="*/ 0 h 6172200"/>
              <a:gd name="connsiteX2" fmla="*/ 5334000 w 5334000"/>
              <a:gd name="connsiteY2" fmla="*/ 305905 h 6172200"/>
              <a:gd name="connsiteX3" fmla="*/ 5334000 w 5334000"/>
              <a:gd name="connsiteY3" fmla="*/ 5866295 h 6172200"/>
              <a:gd name="connsiteX4" fmla="*/ 5028095 w 5334000"/>
              <a:gd name="connsiteY4" fmla="*/ 6172200 h 6172200"/>
              <a:gd name="connsiteX5" fmla="*/ 305905 w 5334000"/>
              <a:gd name="connsiteY5" fmla="*/ 6172200 h 6172200"/>
              <a:gd name="connsiteX6" fmla="*/ 0 w 5334000"/>
              <a:gd name="connsiteY6" fmla="*/ 5866295 h 6172200"/>
              <a:gd name="connsiteX7" fmla="*/ 0 w 5334000"/>
              <a:gd name="connsiteY7" fmla="*/ 305905 h 6172200"/>
              <a:gd name="connsiteX8" fmla="*/ 305905 w 53340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334000" h="6172200">
                <a:moveTo>
                  <a:pt x="305905" y="0"/>
                </a:moveTo>
                <a:lnTo>
                  <a:pt x="5028095" y="0"/>
                </a:lnTo>
                <a:cubicBezTo>
                  <a:pt x="5197042" y="0"/>
                  <a:pt x="5334000" y="136958"/>
                  <a:pt x="5334000" y="305905"/>
                </a:cubicBezTo>
                <a:lnTo>
                  <a:pt x="5334000" y="5866295"/>
                </a:lnTo>
                <a:cubicBezTo>
                  <a:pt x="5334000" y="6035242"/>
                  <a:pt x="5197042" y="6172200"/>
                  <a:pt x="5028095" y="6172200"/>
                </a:cubicBezTo>
                <a:lnTo>
                  <a:pt x="305905" y="6172200"/>
                </a:lnTo>
                <a:cubicBezTo>
                  <a:pt x="136958" y="6172200"/>
                  <a:pt x="0" y="6035242"/>
                  <a:pt x="0" y="5866295"/>
                </a:cubicBezTo>
                <a:lnTo>
                  <a:pt x="0" y="305905"/>
                </a:lnTo>
                <a:cubicBezTo>
                  <a:pt x="0" y="136958"/>
                  <a:pt x="136958" y="0"/>
                  <a:pt x="305905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157356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69480" y="411480"/>
            <a:ext cx="4361688" cy="39684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2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69480" y="4873752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55FC269D-AA10-2D35-8DD6-33E0E2CC40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7472" y="343038"/>
            <a:ext cx="6257031" cy="6172200"/>
          </a:xfrm>
          <a:custGeom>
            <a:avLst/>
            <a:gdLst>
              <a:gd name="connsiteX0" fmla="*/ 318609 w 6257031"/>
              <a:gd name="connsiteY0" fmla="*/ 0 h 6172200"/>
              <a:gd name="connsiteX1" fmla="*/ 5938422 w 6257031"/>
              <a:gd name="connsiteY1" fmla="*/ 0 h 6172200"/>
              <a:gd name="connsiteX2" fmla="*/ 6257031 w 6257031"/>
              <a:gd name="connsiteY2" fmla="*/ 318609 h 6172200"/>
              <a:gd name="connsiteX3" fmla="*/ 6257031 w 6257031"/>
              <a:gd name="connsiteY3" fmla="*/ 5853591 h 6172200"/>
              <a:gd name="connsiteX4" fmla="*/ 5938422 w 6257031"/>
              <a:gd name="connsiteY4" fmla="*/ 6172200 h 6172200"/>
              <a:gd name="connsiteX5" fmla="*/ 318609 w 6257031"/>
              <a:gd name="connsiteY5" fmla="*/ 6172200 h 6172200"/>
              <a:gd name="connsiteX6" fmla="*/ 0 w 6257031"/>
              <a:gd name="connsiteY6" fmla="*/ 5853591 h 6172200"/>
              <a:gd name="connsiteX7" fmla="*/ 0 w 6257031"/>
              <a:gd name="connsiteY7" fmla="*/ 318609 h 6172200"/>
              <a:gd name="connsiteX8" fmla="*/ 318609 w 6257031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57031" h="6172200">
                <a:moveTo>
                  <a:pt x="318609" y="0"/>
                </a:moveTo>
                <a:lnTo>
                  <a:pt x="5938422" y="0"/>
                </a:lnTo>
                <a:cubicBezTo>
                  <a:pt x="6114385" y="0"/>
                  <a:pt x="6257031" y="142646"/>
                  <a:pt x="6257031" y="318609"/>
                </a:cubicBezTo>
                <a:lnTo>
                  <a:pt x="6257031" y="5853591"/>
                </a:lnTo>
                <a:cubicBezTo>
                  <a:pt x="6257031" y="6029554"/>
                  <a:pt x="6114385" y="6172200"/>
                  <a:pt x="5938422" y="6172200"/>
                </a:cubicBezTo>
                <a:lnTo>
                  <a:pt x="318609" y="6172200"/>
                </a:lnTo>
                <a:cubicBezTo>
                  <a:pt x="142646" y="6172200"/>
                  <a:pt x="0" y="6029554"/>
                  <a:pt x="0" y="5853591"/>
                </a:cubicBezTo>
                <a:lnTo>
                  <a:pt x="0" y="318609"/>
                </a:lnTo>
                <a:cubicBezTo>
                  <a:pt x="0" y="142646"/>
                  <a:pt x="142646" y="0"/>
                  <a:pt x="318609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19A3EA51-69C4-4090-B98A-31CA47A2E35E}" type="datetime1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6537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38912"/>
            <a:ext cx="9317736" cy="445312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9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965192"/>
            <a:ext cx="5431536" cy="128930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6633933-AD95-42CF-A390-A7073FD506A1}" type="datetime1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010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8176" y="1536192"/>
            <a:ext cx="9171432" cy="2615184"/>
          </a:xfrm>
        </p:spPr>
        <p:txBody>
          <a:bodyPr anchor="ctr">
            <a:normAutofit/>
          </a:bodyPr>
          <a:lstStyle>
            <a:lvl1pPr algn="ctr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8176" y="4427554"/>
            <a:ext cx="9171432" cy="11430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D50E307-C64C-483A-9485-A61D01D72197}" type="datetime1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2117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38912"/>
            <a:ext cx="11494008" cy="46542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25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093208"/>
            <a:ext cx="5669280" cy="1161288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BC36CA3-7064-4E52-B24E-E3CC37B36CB8}" type="datetime1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4042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27A12A6-507C-2714-2F24-09ADE11584C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810512"/>
            <a:ext cx="7772400" cy="4562856"/>
          </a:xfrm>
        </p:spPr>
        <p:txBody>
          <a:bodyPr anchor="b">
            <a:normAutofit/>
          </a:bodyPr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33F469A-9BA4-41D9-A358-7174319CB857}" type="datetime1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2560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045952" cy="1828800"/>
          </a:xfrm>
        </p:spPr>
        <p:txBody>
          <a:bodyPr anchor="t">
            <a:normAutofit/>
          </a:bodyPr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98464" y="2423160"/>
            <a:ext cx="5486400" cy="3886200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dirty="0"/>
            </a:lvl1pPr>
            <a:lvl2pPr marL="571500" indent="-342900">
              <a:buFont typeface="+mj-lt"/>
              <a:buAutoNum type="arabicPeriod"/>
              <a:defRPr lang="en-US" dirty="0"/>
            </a:lvl2pPr>
            <a:lvl3pPr marL="800100" indent="-342900">
              <a:buFont typeface="+mj-lt"/>
              <a:buAutoNum type="arabicPeriod"/>
              <a:defRPr lang="en-US" dirty="0"/>
            </a:lvl3pPr>
            <a:lvl4pPr>
              <a:buFont typeface="+mj-lt"/>
              <a:buAutoNum type="arabicPeriod"/>
              <a:defRPr lang="en-US" dirty="0"/>
            </a:lvl4pPr>
            <a:lvl5pPr>
              <a:buFont typeface="+mj-lt"/>
              <a:buAutoNum type="arabicPeriod"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B0C55-2E11-4E7F-9EF8-868B07C6C42C}" type="datetime1">
              <a:rPr lang="en-US" smtClean="0"/>
              <a:t>2/28/2026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4777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Phot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4384" y="1012952"/>
            <a:ext cx="4023360" cy="1636776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FE8E4848-C9F6-6844-AB1C-C4F0E8A472A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42901" y="345109"/>
            <a:ext cx="6714969" cy="6163508"/>
          </a:xfrm>
          <a:custGeom>
            <a:avLst/>
            <a:gdLst>
              <a:gd name="connsiteX0" fmla="*/ 281857 w 6714969"/>
              <a:gd name="connsiteY0" fmla="*/ 0 h 6163508"/>
              <a:gd name="connsiteX1" fmla="*/ 6433112 w 6714969"/>
              <a:gd name="connsiteY1" fmla="*/ 0 h 6163508"/>
              <a:gd name="connsiteX2" fmla="*/ 6714969 w 6714969"/>
              <a:gd name="connsiteY2" fmla="*/ 281857 h 6163508"/>
              <a:gd name="connsiteX3" fmla="*/ 6714969 w 6714969"/>
              <a:gd name="connsiteY3" fmla="*/ 5881651 h 6163508"/>
              <a:gd name="connsiteX4" fmla="*/ 6433112 w 6714969"/>
              <a:gd name="connsiteY4" fmla="*/ 6163508 h 6163508"/>
              <a:gd name="connsiteX5" fmla="*/ 281857 w 6714969"/>
              <a:gd name="connsiteY5" fmla="*/ 6163508 h 6163508"/>
              <a:gd name="connsiteX6" fmla="*/ 0 w 6714969"/>
              <a:gd name="connsiteY6" fmla="*/ 5881651 h 6163508"/>
              <a:gd name="connsiteX7" fmla="*/ 0 w 6714969"/>
              <a:gd name="connsiteY7" fmla="*/ 281857 h 6163508"/>
              <a:gd name="connsiteX8" fmla="*/ 281857 w 6714969"/>
              <a:gd name="connsiteY8" fmla="*/ 0 h 6163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14969" h="6163508">
                <a:moveTo>
                  <a:pt x="281857" y="0"/>
                </a:moveTo>
                <a:lnTo>
                  <a:pt x="6433112" y="0"/>
                </a:lnTo>
                <a:cubicBezTo>
                  <a:pt x="6588777" y="0"/>
                  <a:pt x="6714969" y="126192"/>
                  <a:pt x="6714969" y="281857"/>
                </a:cubicBezTo>
                <a:lnTo>
                  <a:pt x="6714969" y="5881651"/>
                </a:lnTo>
                <a:cubicBezTo>
                  <a:pt x="6714969" y="6037316"/>
                  <a:pt x="6588777" y="6163508"/>
                  <a:pt x="6433112" y="6163508"/>
                </a:cubicBezTo>
                <a:lnTo>
                  <a:pt x="281857" y="6163508"/>
                </a:lnTo>
                <a:cubicBezTo>
                  <a:pt x="126192" y="6163508"/>
                  <a:pt x="0" y="6037316"/>
                  <a:pt x="0" y="5881651"/>
                </a:cubicBezTo>
                <a:lnTo>
                  <a:pt x="0" y="281857"/>
                </a:lnTo>
                <a:cubicBezTo>
                  <a:pt x="0" y="126192"/>
                  <a:pt x="126192" y="0"/>
                  <a:pt x="281857" y="0"/>
                </a:cubicBezTo>
                <a:close/>
              </a:path>
            </a:pathLst>
          </a:custGeom>
          <a:blipFill dpi="0" rotWithShape="1">
            <a:blip r:embed="rId2">
              <a:alphaModFix amt="65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644384" y="2896616"/>
            <a:ext cx="4023360" cy="3364992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buFont typeface="+mj-lt"/>
              <a:buAutoNum type="arabicPeriod"/>
              <a:defRPr lang="en-US" dirty="0"/>
            </a:lvl1pPr>
            <a:lvl2pPr marL="571500" indent="-342900">
              <a:buFont typeface="+mj-lt"/>
              <a:buAutoNum type="arabicPeriod"/>
              <a:defRPr lang="en-US" dirty="0"/>
            </a:lvl2pPr>
            <a:lvl3pPr marL="800100" indent="-342900">
              <a:buFont typeface="+mj-lt"/>
              <a:buAutoNum type="arabicPeriod"/>
              <a:defRPr lang="en-US" dirty="0"/>
            </a:lvl3pPr>
            <a:lvl4pPr>
              <a:buFont typeface="+mj-lt"/>
              <a:buAutoNum type="arabicPeriod"/>
              <a:defRPr lang="en-US" dirty="0"/>
            </a:lvl4pPr>
            <a:lvl5pPr>
              <a:buFont typeface="+mj-lt"/>
              <a:buAutoNum type="arabicPeriod"/>
              <a:defRPr lang="en-US" dirty="0"/>
            </a:lvl5pPr>
          </a:lstStyle>
          <a:p>
            <a:pPr marL="228600" lvl="0" indent="-228600"/>
            <a:r>
              <a:rPr lang="en-US"/>
              <a:t>Click to edit Master text styles</a:t>
            </a:r>
          </a:p>
          <a:p>
            <a:pPr marL="228600" lvl="1" indent="-228600"/>
            <a:r>
              <a:rPr lang="en-US"/>
              <a:t>Second level</a:t>
            </a:r>
          </a:p>
          <a:p>
            <a:pPr marL="228600" lvl="2" indent="-228600"/>
            <a:r>
              <a:rPr lang="en-US"/>
              <a:t>Third level</a:t>
            </a:r>
          </a:p>
          <a:p>
            <a:pPr marL="228600" lvl="3" indent="-228600"/>
            <a:r>
              <a:rPr lang="en-US"/>
              <a:t>Fourth level</a:t>
            </a:r>
          </a:p>
          <a:p>
            <a:pPr marL="228600" lvl="4" indent="-228600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9FCAD-E19B-4A0F-866E-979EDEC4B525}" type="datetime1">
              <a:rPr lang="en-US" smtClean="0"/>
              <a:t>2/28/2026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2796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478024"/>
            <a:ext cx="4325112" cy="2454796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478024"/>
            <a:ext cx="4325112" cy="245973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B4A14-E3E2-4038-B0C4-0EC5ECBDA17A}" type="datetime1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3207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039112"/>
            <a:ext cx="3813048" cy="353872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2039112"/>
            <a:ext cx="5047488" cy="35387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01396-E7F4-44BB-B3C1-CAADE8EE1BCB}" type="datetime1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7297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00200"/>
            <a:ext cx="4142232" cy="46360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1600200"/>
            <a:ext cx="5788152" cy="463600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03B70-0873-4F91-B20E-188F8FCBC95A}" type="datetime1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0293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40080"/>
            <a:ext cx="4032504" cy="3621024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640080"/>
            <a:ext cx="5971032" cy="572414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11211-1BBF-43C8-98F1-415153382D43}" type="datetime1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6344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40080"/>
            <a:ext cx="3493008" cy="362102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5696" y="640080"/>
            <a:ext cx="7159752" cy="5719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C37F1-4FE0-40C5-A1CC-AC65E60D9E3F}" type="datetime1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1833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0408" y="548640"/>
            <a:ext cx="6035040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F226A48-373B-47E6-1E90-9892366CC9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2900" y="342900"/>
            <a:ext cx="4501152" cy="6172200"/>
          </a:xfrm>
          <a:custGeom>
            <a:avLst/>
            <a:gdLst>
              <a:gd name="connsiteX0" fmla="*/ 332635 w 4501152"/>
              <a:gd name="connsiteY0" fmla="*/ 0 h 6172200"/>
              <a:gd name="connsiteX1" fmla="*/ 4168517 w 4501152"/>
              <a:gd name="connsiteY1" fmla="*/ 0 h 6172200"/>
              <a:gd name="connsiteX2" fmla="*/ 4501152 w 4501152"/>
              <a:gd name="connsiteY2" fmla="*/ 331423 h 6172200"/>
              <a:gd name="connsiteX3" fmla="*/ 4501152 w 4501152"/>
              <a:gd name="connsiteY3" fmla="*/ 5840778 h 6172200"/>
              <a:gd name="connsiteX4" fmla="*/ 4168517 w 4501152"/>
              <a:gd name="connsiteY4" fmla="*/ 6172200 h 6172200"/>
              <a:gd name="connsiteX5" fmla="*/ 332635 w 4501152"/>
              <a:gd name="connsiteY5" fmla="*/ 6172200 h 6172200"/>
              <a:gd name="connsiteX6" fmla="*/ 0 w 4501152"/>
              <a:gd name="connsiteY6" fmla="*/ 5840778 h 6172200"/>
              <a:gd name="connsiteX7" fmla="*/ 0 w 4501152"/>
              <a:gd name="connsiteY7" fmla="*/ 331423 h 6172200"/>
              <a:gd name="connsiteX8" fmla="*/ 332635 w 4501152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01152" h="6172200">
                <a:moveTo>
                  <a:pt x="332635" y="0"/>
                </a:moveTo>
                <a:lnTo>
                  <a:pt x="4168517" y="0"/>
                </a:lnTo>
                <a:cubicBezTo>
                  <a:pt x="4352226" y="0"/>
                  <a:pt x="4501152" y="148383"/>
                  <a:pt x="4501152" y="331423"/>
                </a:cubicBezTo>
                <a:lnTo>
                  <a:pt x="4501152" y="5840778"/>
                </a:lnTo>
                <a:cubicBezTo>
                  <a:pt x="4501152" y="6023817"/>
                  <a:pt x="4352226" y="6172200"/>
                  <a:pt x="4168517" y="6172200"/>
                </a:cubicBezTo>
                <a:lnTo>
                  <a:pt x="332635" y="6172200"/>
                </a:lnTo>
                <a:cubicBezTo>
                  <a:pt x="148926" y="6172200"/>
                  <a:pt x="0" y="6023817"/>
                  <a:pt x="0" y="5840778"/>
                </a:cubicBezTo>
                <a:lnTo>
                  <a:pt x="0" y="331423"/>
                </a:lnTo>
                <a:cubicBezTo>
                  <a:pt x="0" y="148383"/>
                  <a:pt x="148926" y="0"/>
                  <a:pt x="33263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50408" y="1828800"/>
            <a:ext cx="6035040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0F37310-2C84-4F72-97F3-ED5E52F7A674}" type="datetime1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42646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40"/>
            <a:ext cx="6135624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828800"/>
            <a:ext cx="6135624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7373D-8BEF-4D11-A85D-4ADD8461D8CF}" type="datetime1">
              <a:rPr lang="en-US" smtClean="0"/>
              <a:t>2/28/2026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7F11DC52-D1FD-A255-1A04-7A15A9DE3C8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53304" y="352327"/>
            <a:ext cx="4495799" cy="6172200"/>
          </a:xfrm>
          <a:custGeom>
            <a:avLst/>
            <a:gdLst>
              <a:gd name="connsiteX0" fmla="*/ 293171 w 4495799"/>
              <a:gd name="connsiteY0" fmla="*/ 0 h 6172200"/>
              <a:gd name="connsiteX1" fmla="*/ 4202628 w 4495799"/>
              <a:gd name="connsiteY1" fmla="*/ 0 h 6172200"/>
              <a:gd name="connsiteX2" fmla="*/ 4495799 w 4495799"/>
              <a:gd name="connsiteY2" fmla="*/ 293171 h 6172200"/>
              <a:gd name="connsiteX3" fmla="*/ 4495799 w 4495799"/>
              <a:gd name="connsiteY3" fmla="*/ 5879029 h 6172200"/>
              <a:gd name="connsiteX4" fmla="*/ 4202628 w 4495799"/>
              <a:gd name="connsiteY4" fmla="*/ 6172200 h 6172200"/>
              <a:gd name="connsiteX5" fmla="*/ 293171 w 4495799"/>
              <a:gd name="connsiteY5" fmla="*/ 6172200 h 6172200"/>
              <a:gd name="connsiteX6" fmla="*/ 0 w 4495799"/>
              <a:gd name="connsiteY6" fmla="*/ 5879029 h 6172200"/>
              <a:gd name="connsiteX7" fmla="*/ 0 w 4495799"/>
              <a:gd name="connsiteY7" fmla="*/ 293171 h 6172200"/>
              <a:gd name="connsiteX8" fmla="*/ 293171 w 4495799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495799" h="6172200">
                <a:moveTo>
                  <a:pt x="293171" y="0"/>
                </a:moveTo>
                <a:lnTo>
                  <a:pt x="4202628" y="0"/>
                </a:lnTo>
                <a:cubicBezTo>
                  <a:pt x="4364542" y="0"/>
                  <a:pt x="4495799" y="131257"/>
                  <a:pt x="4495799" y="293171"/>
                </a:cubicBezTo>
                <a:lnTo>
                  <a:pt x="4495799" y="5879029"/>
                </a:lnTo>
                <a:cubicBezTo>
                  <a:pt x="4495799" y="6040943"/>
                  <a:pt x="4364542" y="6172200"/>
                  <a:pt x="4202628" y="6172200"/>
                </a:cubicBezTo>
                <a:lnTo>
                  <a:pt x="293171" y="6172200"/>
                </a:lnTo>
                <a:cubicBezTo>
                  <a:pt x="131257" y="6172200"/>
                  <a:pt x="0" y="6040943"/>
                  <a:pt x="0" y="5879029"/>
                </a:cubicBezTo>
                <a:lnTo>
                  <a:pt x="0" y="293171"/>
                </a:lnTo>
                <a:cubicBezTo>
                  <a:pt x="0" y="131257"/>
                  <a:pt x="131257" y="0"/>
                  <a:pt x="293171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62211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0076" y="320040"/>
            <a:ext cx="676656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539F8C7-DD74-7177-C2DA-02533B6576F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39373" y="344424"/>
            <a:ext cx="3808553" cy="6172200"/>
          </a:xfrm>
          <a:custGeom>
            <a:avLst/>
            <a:gdLst>
              <a:gd name="connsiteX0" fmla="*/ 292116 w 3808553"/>
              <a:gd name="connsiteY0" fmla="*/ 0 h 6172200"/>
              <a:gd name="connsiteX1" fmla="*/ 3516437 w 3808553"/>
              <a:gd name="connsiteY1" fmla="*/ 0 h 6172200"/>
              <a:gd name="connsiteX2" fmla="*/ 3808553 w 3808553"/>
              <a:gd name="connsiteY2" fmla="*/ 292116 h 6172200"/>
              <a:gd name="connsiteX3" fmla="*/ 3808553 w 3808553"/>
              <a:gd name="connsiteY3" fmla="*/ 5880084 h 6172200"/>
              <a:gd name="connsiteX4" fmla="*/ 3516437 w 3808553"/>
              <a:gd name="connsiteY4" fmla="*/ 6172200 h 6172200"/>
              <a:gd name="connsiteX5" fmla="*/ 292116 w 3808553"/>
              <a:gd name="connsiteY5" fmla="*/ 6172200 h 6172200"/>
              <a:gd name="connsiteX6" fmla="*/ 0 w 3808553"/>
              <a:gd name="connsiteY6" fmla="*/ 5880084 h 6172200"/>
              <a:gd name="connsiteX7" fmla="*/ 0 w 3808553"/>
              <a:gd name="connsiteY7" fmla="*/ 292116 h 6172200"/>
              <a:gd name="connsiteX8" fmla="*/ 292116 w 3808553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08553" h="6172200">
                <a:moveTo>
                  <a:pt x="292116" y="0"/>
                </a:moveTo>
                <a:lnTo>
                  <a:pt x="3516437" y="0"/>
                </a:lnTo>
                <a:cubicBezTo>
                  <a:pt x="3677768" y="0"/>
                  <a:pt x="3808553" y="130785"/>
                  <a:pt x="3808553" y="292116"/>
                </a:cubicBezTo>
                <a:lnTo>
                  <a:pt x="3808553" y="5880084"/>
                </a:lnTo>
                <a:cubicBezTo>
                  <a:pt x="3808553" y="6041415"/>
                  <a:pt x="3677768" y="6172200"/>
                  <a:pt x="3516437" y="6172200"/>
                </a:cubicBezTo>
                <a:lnTo>
                  <a:pt x="292116" y="6172200"/>
                </a:lnTo>
                <a:cubicBezTo>
                  <a:pt x="130785" y="6172200"/>
                  <a:pt x="0" y="6041415"/>
                  <a:pt x="0" y="5880084"/>
                </a:cubicBezTo>
                <a:lnTo>
                  <a:pt x="0" y="292116"/>
                </a:lnTo>
                <a:cubicBezTo>
                  <a:pt x="0" y="130785"/>
                  <a:pt x="130785" y="0"/>
                  <a:pt x="2921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20076" y="1380744"/>
            <a:ext cx="676656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04D0A65-74B1-4258-9347-517577BEF7B0}" type="datetime1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06638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320040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380744"/>
            <a:ext cx="6858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00591-709C-49DC-8FE0-9F32B5969F72}" type="datetime1">
              <a:rPr lang="en-US" smtClean="0"/>
              <a:t>2/28/2026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6FEEE5C-15B3-8386-23D3-B6B236C668F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46768" y="344424"/>
            <a:ext cx="3808553" cy="6172200"/>
          </a:xfrm>
          <a:custGeom>
            <a:avLst/>
            <a:gdLst>
              <a:gd name="connsiteX0" fmla="*/ 292116 w 3808553"/>
              <a:gd name="connsiteY0" fmla="*/ 0 h 6172200"/>
              <a:gd name="connsiteX1" fmla="*/ 3516437 w 3808553"/>
              <a:gd name="connsiteY1" fmla="*/ 0 h 6172200"/>
              <a:gd name="connsiteX2" fmla="*/ 3808553 w 3808553"/>
              <a:gd name="connsiteY2" fmla="*/ 292116 h 6172200"/>
              <a:gd name="connsiteX3" fmla="*/ 3808553 w 3808553"/>
              <a:gd name="connsiteY3" fmla="*/ 5880084 h 6172200"/>
              <a:gd name="connsiteX4" fmla="*/ 3516437 w 3808553"/>
              <a:gd name="connsiteY4" fmla="*/ 6172200 h 6172200"/>
              <a:gd name="connsiteX5" fmla="*/ 292116 w 3808553"/>
              <a:gd name="connsiteY5" fmla="*/ 6172200 h 6172200"/>
              <a:gd name="connsiteX6" fmla="*/ 0 w 3808553"/>
              <a:gd name="connsiteY6" fmla="*/ 5880084 h 6172200"/>
              <a:gd name="connsiteX7" fmla="*/ 0 w 3808553"/>
              <a:gd name="connsiteY7" fmla="*/ 292116 h 6172200"/>
              <a:gd name="connsiteX8" fmla="*/ 292116 w 3808553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08553" h="6172200">
                <a:moveTo>
                  <a:pt x="292116" y="0"/>
                </a:moveTo>
                <a:lnTo>
                  <a:pt x="3516437" y="0"/>
                </a:lnTo>
                <a:cubicBezTo>
                  <a:pt x="3677768" y="0"/>
                  <a:pt x="3808553" y="130785"/>
                  <a:pt x="3808553" y="292116"/>
                </a:cubicBezTo>
                <a:lnTo>
                  <a:pt x="3808553" y="5880084"/>
                </a:lnTo>
                <a:cubicBezTo>
                  <a:pt x="3808553" y="6041415"/>
                  <a:pt x="3677768" y="6172200"/>
                  <a:pt x="3516437" y="6172200"/>
                </a:cubicBezTo>
                <a:lnTo>
                  <a:pt x="292116" y="6172200"/>
                </a:lnTo>
                <a:cubicBezTo>
                  <a:pt x="130785" y="6172200"/>
                  <a:pt x="0" y="6041415"/>
                  <a:pt x="0" y="5880084"/>
                </a:cubicBezTo>
                <a:lnTo>
                  <a:pt x="0" y="292116"/>
                </a:lnTo>
                <a:cubicBezTo>
                  <a:pt x="0" y="130785"/>
                  <a:pt x="130785" y="0"/>
                  <a:pt x="2921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95910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601755"/>
            <a:ext cx="4389120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B281557-D8C5-3666-A17C-BD66A5F9C04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1522" y="342902"/>
            <a:ext cx="6249778" cy="6172343"/>
          </a:xfrm>
          <a:custGeom>
            <a:avLst/>
            <a:gdLst>
              <a:gd name="connsiteX0" fmla="*/ 258473 w 6249778"/>
              <a:gd name="connsiteY0" fmla="*/ 0 h 6172343"/>
              <a:gd name="connsiteX1" fmla="*/ 5991306 w 6249778"/>
              <a:gd name="connsiteY1" fmla="*/ 0 h 6172343"/>
              <a:gd name="connsiteX2" fmla="*/ 6249778 w 6249778"/>
              <a:gd name="connsiteY2" fmla="*/ 257942 h 6172343"/>
              <a:gd name="connsiteX3" fmla="*/ 6249778 w 6249778"/>
              <a:gd name="connsiteY3" fmla="*/ 5914401 h 6172343"/>
              <a:gd name="connsiteX4" fmla="*/ 5991306 w 6249778"/>
              <a:gd name="connsiteY4" fmla="*/ 6172343 h 6172343"/>
              <a:gd name="connsiteX5" fmla="*/ 258473 w 6249778"/>
              <a:gd name="connsiteY5" fmla="*/ 6172343 h 6172343"/>
              <a:gd name="connsiteX6" fmla="*/ 0 w 6249778"/>
              <a:gd name="connsiteY6" fmla="*/ 5914401 h 6172343"/>
              <a:gd name="connsiteX7" fmla="*/ 0 w 6249778"/>
              <a:gd name="connsiteY7" fmla="*/ 257942 h 6172343"/>
              <a:gd name="connsiteX8" fmla="*/ 258473 w 6249778"/>
              <a:gd name="connsiteY8" fmla="*/ 0 h 6172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49778" h="6172343">
                <a:moveTo>
                  <a:pt x="258473" y="0"/>
                </a:moveTo>
                <a:lnTo>
                  <a:pt x="5991306" y="0"/>
                </a:lnTo>
                <a:cubicBezTo>
                  <a:pt x="6134057" y="0"/>
                  <a:pt x="6249778" y="115484"/>
                  <a:pt x="6249778" y="257942"/>
                </a:cubicBezTo>
                <a:lnTo>
                  <a:pt x="6249778" y="5914401"/>
                </a:lnTo>
                <a:cubicBezTo>
                  <a:pt x="6249778" y="6056859"/>
                  <a:pt x="6134057" y="6172343"/>
                  <a:pt x="5991306" y="6172343"/>
                </a:cubicBezTo>
                <a:lnTo>
                  <a:pt x="258473" y="6172343"/>
                </a:lnTo>
                <a:cubicBezTo>
                  <a:pt x="115722" y="6172343"/>
                  <a:pt x="0" y="6056859"/>
                  <a:pt x="0" y="5914401"/>
                </a:cubicBezTo>
                <a:lnTo>
                  <a:pt x="0" y="257942"/>
                </a:lnTo>
                <a:cubicBezTo>
                  <a:pt x="0" y="115484"/>
                  <a:pt x="115722" y="0"/>
                  <a:pt x="258473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2276856"/>
            <a:ext cx="4389120" cy="4041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53D0D37D-152B-44E6-AB8F-60E41FE679D7}" type="datetime1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76523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4480560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7" y="2276856"/>
            <a:ext cx="4480560" cy="4041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FD62D-5EED-4798-9EBA-B6E1A9B98072}" type="datetime1">
              <a:rPr lang="en-US" smtClean="0"/>
              <a:t>2/28/2026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846273-A5CB-BDCB-C625-903F863EC30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37594" y="342900"/>
            <a:ext cx="6111507" cy="6172338"/>
          </a:xfrm>
          <a:custGeom>
            <a:avLst/>
            <a:gdLst>
              <a:gd name="connsiteX0" fmla="*/ 269395 w 6111507"/>
              <a:gd name="connsiteY0" fmla="*/ 0 h 6172338"/>
              <a:gd name="connsiteX1" fmla="*/ 5842112 w 6111507"/>
              <a:gd name="connsiteY1" fmla="*/ 0 h 6172338"/>
              <a:gd name="connsiteX2" fmla="*/ 6111507 w 6111507"/>
              <a:gd name="connsiteY2" fmla="*/ 268145 h 6172338"/>
              <a:gd name="connsiteX3" fmla="*/ 6111507 w 6111507"/>
              <a:gd name="connsiteY3" fmla="*/ 5904194 h 6172338"/>
              <a:gd name="connsiteX4" fmla="*/ 5842112 w 6111507"/>
              <a:gd name="connsiteY4" fmla="*/ 6172338 h 6172338"/>
              <a:gd name="connsiteX5" fmla="*/ 269395 w 6111507"/>
              <a:gd name="connsiteY5" fmla="*/ 6172338 h 6172338"/>
              <a:gd name="connsiteX6" fmla="*/ 0 w 6111507"/>
              <a:gd name="connsiteY6" fmla="*/ 5904194 h 6172338"/>
              <a:gd name="connsiteX7" fmla="*/ 0 w 6111507"/>
              <a:gd name="connsiteY7" fmla="*/ 268145 h 6172338"/>
              <a:gd name="connsiteX8" fmla="*/ 269395 w 6111507"/>
              <a:gd name="connsiteY8" fmla="*/ 0 h 6172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11507" h="6172338">
                <a:moveTo>
                  <a:pt x="269395" y="0"/>
                </a:moveTo>
                <a:lnTo>
                  <a:pt x="5842112" y="0"/>
                </a:lnTo>
                <a:cubicBezTo>
                  <a:pt x="5990895" y="0"/>
                  <a:pt x="6111507" y="120052"/>
                  <a:pt x="6111507" y="268145"/>
                </a:cubicBezTo>
                <a:lnTo>
                  <a:pt x="6111507" y="5904194"/>
                </a:lnTo>
                <a:cubicBezTo>
                  <a:pt x="6111507" y="6052286"/>
                  <a:pt x="5990895" y="6172338"/>
                  <a:pt x="5842112" y="6172338"/>
                </a:cubicBezTo>
                <a:lnTo>
                  <a:pt x="269395" y="6172338"/>
                </a:lnTo>
                <a:cubicBezTo>
                  <a:pt x="120612" y="6172338"/>
                  <a:pt x="0" y="6052286"/>
                  <a:pt x="0" y="5904194"/>
                </a:cubicBezTo>
                <a:lnTo>
                  <a:pt x="0" y="268145"/>
                </a:lnTo>
                <a:cubicBezTo>
                  <a:pt x="0" y="120052"/>
                  <a:pt x="120612" y="0"/>
                  <a:pt x="26939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27743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320040"/>
            <a:ext cx="438912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B281557-D8C5-3666-A17C-BD66A5F9C04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1522" y="342902"/>
            <a:ext cx="6249778" cy="6172343"/>
          </a:xfrm>
          <a:custGeom>
            <a:avLst/>
            <a:gdLst>
              <a:gd name="connsiteX0" fmla="*/ 258473 w 6249778"/>
              <a:gd name="connsiteY0" fmla="*/ 0 h 6172343"/>
              <a:gd name="connsiteX1" fmla="*/ 5991306 w 6249778"/>
              <a:gd name="connsiteY1" fmla="*/ 0 h 6172343"/>
              <a:gd name="connsiteX2" fmla="*/ 6249778 w 6249778"/>
              <a:gd name="connsiteY2" fmla="*/ 257942 h 6172343"/>
              <a:gd name="connsiteX3" fmla="*/ 6249778 w 6249778"/>
              <a:gd name="connsiteY3" fmla="*/ 5914401 h 6172343"/>
              <a:gd name="connsiteX4" fmla="*/ 5991306 w 6249778"/>
              <a:gd name="connsiteY4" fmla="*/ 6172343 h 6172343"/>
              <a:gd name="connsiteX5" fmla="*/ 258473 w 6249778"/>
              <a:gd name="connsiteY5" fmla="*/ 6172343 h 6172343"/>
              <a:gd name="connsiteX6" fmla="*/ 0 w 6249778"/>
              <a:gd name="connsiteY6" fmla="*/ 5914401 h 6172343"/>
              <a:gd name="connsiteX7" fmla="*/ 0 w 6249778"/>
              <a:gd name="connsiteY7" fmla="*/ 257942 h 6172343"/>
              <a:gd name="connsiteX8" fmla="*/ 258473 w 6249778"/>
              <a:gd name="connsiteY8" fmla="*/ 0 h 6172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49778" h="6172343">
                <a:moveTo>
                  <a:pt x="258473" y="0"/>
                </a:moveTo>
                <a:lnTo>
                  <a:pt x="5991306" y="0"/>
                </a:lnTo>
                <a:cubicBezTo>
                  <a:pt x="6134057" y="0"/>
                  <a:pt x="6249778" y="115484"/>
                  <a:pt x="6249778" y="257942"/>
                </a:cubicBezTo>
                <a:lnTo>
                  <a:pt x="6249778" y="5914401"/>
                </a:lnTo>
                <a:cubicBezTo>
                  <a:pt x="6249778" y="6056859"/>
                  <a:pt x="6134057" y="6172343"/>
                  <a:pt x="5991306" y="6172343"/>
                </a:cubicBezTo>
                <a:lnTo>
                  <a:pt x="258473" y="6172343"/>
                </a:lnTo>
                <a:cubicBezTo>
                  <a:pt x="115722" y="6172343"/>
                  <a:pt x="0" y="6056859"/>
                  <a:pt x="0" y="5914401"/>
                </a:cubicBezTo>
                <a:lnTo>
                  <a:pt x="0" y="257942"/>
                </a:lnTo>
                <a:cubicBezTo>
                  <a:pt x="0" y="115484"/>
                  <a:pt x="115722" y="0"/>
                  <a:pt x="258473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1380744"/>
            <a:ext cx="438912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6FCFE97D-4F8B-4270-9223-9617008B9FA3}" type="datetime1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17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320040"/>
            <a:ext cx="4573413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6" y="1380744"/>
            <a:ext cx="4573413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B1D5C-1F84-4585-9043-549E87BD77AE}" type="datetime1">
              <a:rPr lang="en-US" smtClean="0"/>
              <a:t>2/28/2026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846273-A5CB-BDCB-C625-903F863EC30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37594" y="342900"/>
            <a:ext cx="6111507" cy="6172338"/>
          </a:xfrm>
          <a:custGeom>
            <a:avLst/>
            <a:gdLst>
              <a:gd name="connsiteX0" fmla="*/ 269395 w 6111507"/>
              <a:gd name="connsiteY0" fmla="*/ 0 h 6172338"/>
              <a:gd name="connsiteX1" fmla="*/ 5842112 w 6111507"/>
              <a:gd name="connsiteY1" fmla="*/ 0 h 6172338"/>
              <a:gd name="connsiteX2" fmla="*/ 6111507 w 6111507"/>
              <a:gd name="connsiteY2" fmla="*/ 268145 h 6172338"/>
              <a:gd name="connsiteX3" fmla="*/ 6111507 w 6111507"/>
              <a:gd name="connsiteY3" fmla="*/ 5904194 h 6172338"/>
              <a:gd name="connsiteX4" fmla="*/ 5842112 w 6111507"/>
              <a:gd name="connsiteY4" fmla="*/ 6172338 h 6172338"/>
              <a:gd name="connsiteX5" fmla="*/ 269395 w 6111507"/>
              <a:gd name="connsiteY5" fmla="*/ 6172338 h 6172338"/>
              <a:gd name="connsiteX6" fmla="*/ 0 w 6111507"/>
              <a:gd name="connsiteY6" fmla="*/ 5904194 h 6172338"/>
              <a:gd name="connsiteX7" fmla="*/ 0 w 6111507"/>
              <a:gd name="connsiteY7" fmla="*/ 268145 h 6172338"/>
              <a:gd name="connsiteX8" fmla="*/ 269395 w 6111507"/>
              <a:gd name="connsiteY8" fmla="*/ 0 h 6172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11507" h="6172338">
                <a:moveTo>
                  <a:pt x="269395" y="0"/>
                </a:moveTo>
                <a:lnTo>
                  <a:pt x="5842112" y="0"/>
                </a:lnTo>
                <a:cubicBezTo>
                  <a:pt x="5990895" y="0"/>
                  <a:pt x="6111507" y="120052"/>
                  <a:pt x="6111507" y="268145"/>
                </a:cubicBezTo>
                <a:lnTo>
                  <a:pt x="6111507" y="5904194"/>
                </a:lnTo>
                <a:cubicBezTo>
                  <a:pt x="6111507" y="6052286"/>
                  <a:pt x="5990895" y="6172338"/>
                  <a:pt x="5842112" y="6172338"/>
                </a:cubicBezTo>
                <a:lnTo>
                  <a:pt x="269395" y="6172338"/>
                </a:lnTo>
                <a:cubicBezTo>
                  <a:pt x="120612" y="6172338"/>
                  <a:pt x="0" y="6052286"/>
                  <a:pt x="0" y="5904194"/>
                </a:cubicBezTo>
                <a:lnTo>
                  <a:pt x="0" y="268145"/>
                </a:lnTo>
                <a:cubicBezTo>
                  <a:pt x="0" y="120052"/>
                  <a:pt x="120612" y="0"/>
                  <a:pt x="26939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19349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1040" y="603504"/>
            <a:ext cx="340156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2900" y="342901"/>
            <a:ext cx="7391400" cy="6172200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21040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1EB90F8-5A2D-4795-872B-662FE96339B2}" type="datetime1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99566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340156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02843" y="342901"/>
            <a:ext cx="7346257" cy="6172200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9A22F9C2-5647-4E58-BE9B-A16834D13FE3}" type="datetime1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50000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896" y="1078992"/>
            <a:ext cx="3273552" cy="194767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2900" y="342901"/>
            <a:ext cx="7391400" cy="6172200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11896" y="3099816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9B124E6D-88B1-474F-9E7C-C29F02FACC38}" type="datetime1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61452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2" y="5111854"/>
            <a:ext cx="3739279" cy="138988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D5837EDE-723C-6CF6-EB95-3AEDA1F07E9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9373" y="320043"/>
            <a:ext cx="11509730" cy="4404825"/>
          </a:xfrm>
          <a:custGeom>
            <a:avLst/>
            <a:gdLst>
              <a:gd name="connsiteX0" fmla="*/ 299132 w 11509730"/>
              <a:gd name="connsiteY0" fmla="*/ 0 h 4404825"/>
              <a:gd name="connsiteX1" fmla="*/ 11210598 w 11509730"/>
              <a:gd name="connsiteY1" fmla="*/ 0 h 4404825"/>
              <a:gd name="connsiteX2" fmla="*/ 11509730 w 11509730"/>
              <a:gd name="connsiteY2" fmla="*/ 299132 h 4404825"/>
              <a:gd name="connsiteX3" fmla="*/ 11509730 w 11509730"/>
              <a:gd name="connsiteY3" fmla="*/ 4105693 h 4404825"/>
              <a:gd name="connsiteX4" fmla="*/ 11210598 w 11509730"/>
              <a:gd name="connsiteY4" fmla="*/ 4404825 h 4404825"/>
              <a:gd name="connsiteX5" fmla="*/ 299132 w 11509730"/>
              <a:gd name="connsiteY5" fmla="*/ 4404825 h 4404825"/>
              <a:gd name="connsiteX6" fmla="*/ 0 w 11509730"/>
              <a:gd name="connsiteY6" fmla="*/ 4105693 h 4404825"/>
              <a:gd name="connsiteX7" fmla="*/ 0 w 11509730"/>
              <a:gd name="connsiteY7" fmla="*/ 299132 h 4404825"/>
              <a:gd name="connsiteX8" fmla="*/ 299132 w 11509730"/>
              <a:gd name="connsiteY8" fmla="*/ 0 h 440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9730" h="4404825">
                <a:moveTo>
                  <a:pt x="299132" y="0"/>
                </a:moveTo>
                <a:lnTo>
                  <a:pt x="11210598" y="0"/>
                </a:lnTo>
                <a:cubicBezTo>
                  <a:pt x="11375804" y="0"/>
                  <a:pt x="11509730" y="133926"/>
                  <a:pt x="11509730" y="299132"/>
                </a:cubicBezTo>
                <a:lnTo>
                  <a:pt x="11509730" y="4105693"/>
                </a:lnTo>
                <a:cubicBezTo>
                  <a:pt x="11509730" y="4270899"/>
                  <a:pt x="11375804" y="4404825"/>
                  <a:pt x="11210598" y="4404825"/>
                </a:cubicBezTo>
                <a:lnTo>
                  <a:pt x="299132" y="4404825"/>
                </a:lnTo>
                <a:cubicBezTo>
                  <a:pt x="133926" y="4404825"/>
                  <a:pt x="0" y="4270899"/>
                  <a:pt x="0" y="4105693"/>
                </a:cubicBezTo>
                <a:lnTo>
                  <a:pt x="0" y="299132"/>
                </a:lnTo>
                <a:cubicBezTo>
                  <a:pt x="0" y="133926"/>
                  <a:pt x="133926" y="0"/>
                  <a:pt x="299132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21C7E-4348-443E-B7C8-EE213DFF1CB1}" type="datetime1">
              <a:rPr lang="en-US" smtClean="0"/>
              <a:t>2/28/2026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51928" y="5111854"/>
            <a:ext cx="6400800" cy="138988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15702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BCE7E7D-ED4A-B625-6CB8-4D71682F63D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39373" y="320042"/>
            <a:ext cx="11509730" cy="3458229"/>
          </a:xfrm>
          <a:custGeom>
            <a:avLst/>
            <a:gdLst>
              <a:gd name="connsiteX0" fmla="*/ 351529 w 11509730"/>
              <a:gd name="connsiteY0" fmla="*/ 0 h 3458229"/>
              <a:gd name="connsiteX1" fmla="*/ 11158201 w 11509730"/>
              <a:gd name="connsiteY1" fmla="*/ 0 h 3458229"/>
              <a:gd name="connsiteX2" fmla="*/ 11509730 w 11509730"/>
              <a:gd name="connsiteY2" fmla="*/ 351529 h 3458229"/>
              <a:gd name="connsiteX3" fmla="*/ 11509730 w 11509730"/>
              <a:gd name="connsiteY3" fmla="*/ 3106700 h 3458229"/>
              <a:gd name="connsiteX4" fmla="*/ 11158201 w 11509730"/>
              <a:gd name="connsiteY4" fmla="*/ 3458229 h 3458229"/>
              <a:gd name="connsiteX5" fmla="*/ 351529 w 11509730"/>
              <a:gd name="connsiteY5" fmla="*/ 3458229 h 3458229"/>
              <a:gd name="connsiteX6" fmla="*/ 0 w 11509730"/>
              <a:gd name="connsiteY6" fmla="*/ 3106700 h 3458229"/>
              <a:gd name="connsiteX7" fmla="*/ 0 w 11509730"/>
              <a:gd name="connsiteY7" fmla="*/ 351529 h 3458229"/>
              <a:gd name="connsiteX8" fmla="*/ 351529 w 11509730"/>
              <a:gd name="connsiteY8" fmla="*/ 0 h 3458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9730" h="3458229">
                <a:moveTo>
                  <a:pt x="351529" y="0"/>
                </a:moveTo>
                <a:lnTo>
                  <a:pt x="11158201" y="0"/>
                </a:lnTo>
                <a:cubicBezTo>
                  <a:pt x="11352345" y="0"/>
                  <a:pt x="11509730" y="157385"/>
                  <a:pt x="11509730" y="351529"/>
                </a:cubicBezTo>
                <a:lnTo>
                  <a:pt x="11509730" y="3106700"/>
                </a:lnTo>
                <a:cubicBezTo>
                  <a:pt x="11509730" y="3300844"/>
                  <a:pt x="11352345" y="3458229"/>
                  <a:pt x="11158201" y="3458229"/>
                </a:cubicBezTo>
                <a:lnTo>
                  <a:pt x="351529" y="3458229"/>
                </a:lnTo>
                <a:cubicBezTo>
                  <a:pt x="157385" y="3458229"/>
                  <a:pt x="0" y="3300844"/>
                  <a:pt x="0" y="3106700"/>
                </a:cubicBezTo>
                <a:lnTo>
                  <a:pt x="0" y="351529"/>
                </a:lnTo>
                <a:cubicBezTo>
                  <a:pt x="0" y="157385"/>
                  <a:pt x="157385" y="0"/>
                  <a:pt x="35152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2BB8D-1BA0-4790-987D-651470CA8928}" type="datetime1">
              <a:rPr lang="en-US" smtClean="0"/>
              <a:t>2/28/2026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39673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6A25225-80A2-7139-2A81-39CA926639F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39373" y="3067414"/>
            <a:ext cx="11509730" cy="3458229"/>
          </a:xfrm>
          <a:custGeom>
            <a:avLst/>
            <a:gdLst>
              <a:gd name="connsiteX0" fmla="*/ 351529 w 11509730"/>
              <a:gd name="connsiteY0" fmla="*/ 0 h 3458229"/>
              <a:gd name="connsiteX1" fmla="*/ 11158201 w 11509730"/>
              <a:gd name="connsiteY1" fmla="*/ 0 h 3458229"/>
              <a:gd name="connsiteX2" fmla="*/ 11509730 w 11509730"/>
              <a:gd name="connsiteY2" fmla="*/ 351529 h 3458229"/>
              <a:gd name="connsiteX3" fmla="*/ 11509730 w 11509730"/>
              <a:gd name="connsiteY3" fmla="*/ 3106700 h 3458229"/>
              <a:gd name="connsiteX4" fmla="*/ 11158201 w 11509730"/>
              <a:gd name="connsiteY4" fmla="*/ 3458229 h 3458229"/>
              <a:gd name="connsiteX5" fmla="*/ 351529 w 11509730"/>
              <a:gd name="connsiteY5" fmla="*/ 3458229 h 3458229"/>
              <a:gd name="connsiteX6" fmla="*/ 0 w 11509730"/>
              <a:gd name="connsiteY6" fmla="*/ 3106700 h 3458229"/>
              <a:gd name="connsiteX7" fmla="*/ 0 w 11509730"/>
              <a:gd name="connsiteY7" fmla="*/ 351529 h 3458229"/>
              <a:gd name="connsiteX8" fmla="*/ 351529 w 11509730"/>
              <a:gd name="connsiteY8" fmla="*/ 0 h 3458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9730" h="3458229">
                <a:moveTo>
                  <a:pt x="351529" y="0"/>
                </a:moveTo>
                <a:lnTo>
                  <a:pt x="11158201" y="0"/>
                </a:lnTo>
                <a:cubicBezTo>
                  <a:pt x="11352345" y="0"/>
                  <a:pt x="11509730" y="157385"/>
                  <a:pt x="11509730" y="351529"/>
                </a:cubicBezTo>
                <a:lnTo>
                  <a:pt x="11509730" y="3106700"/>
                </a:lnTo>
                <a:cubicBezTo>
                  <a:pt x="11509730" y="3300844"/>
                  <a:pt x="11352345" y="3458229"/>
                  <a:pt x="11158201" y="3458229"/>
                </a:cubicBezTo>
                <a:lnTo>
                  <a:pt x="351529" y="3458229"/>
                </a:lnTo>
                <a:cubicBezTo>
                  <a:pt x="157385" y="3458229"/>
                  <a:pt x="0" y="3300844"/>
                  <a:pt x="0" y="3106700"/>
                </a:cubicBezTo>
                <a:lnTo>
                  <a:pt x="0" y="351529"/>
                </a:lnTo>
                <a:cubicBezTo>
                  <a:pt x="0" y="157385"/>
                  <a:pt x="157385" y="0"/>
                  <a:pt x="35152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519672"/>
            <a:ext cx="3494314" cy="338328"/>
          </a:xfrm>
        </p:spPr>
        <p:txBody>
          <a:bodyPr/>
          <a:lstStyle/>
          <a:p>
            <a:fld id="{48CD4B21-9C97-4358-8E22-9F49A31BDF6B}" type="datetime1">
              <a:rPr lang="en-US" smtClean="0"/>
              <a:t>2/28/2026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6519672"/>
            <a:ext cx="2805405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519672"/>
            <a:ext cx="429207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11690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11155680" cy="970463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5F6FDB5-F783-3538-287C-754C11C3097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29768" y="1828800"/>
            <a:ext cx="6176399" cy="4425696"/>
          </a:xfrm>
          <a:custGeom>
            <a:avLst/>
            <a:gdLst>
              <a:gd name="connsiteX0" fmla="*/ 325421 w 6450717"/>
              <a:gd name="connsiteY0" fmla="*/ 0 h 4425696"/>
              <a:gd name="connsiteX1" fmla="*/ 6125296 w 6450717"/>
              <a:gd name="connsiteY1" fmla="*/ 0 h 4425696"/>
              <a:gd name="connsiteX2" fmla="*/ 6450717 w 6450717"/>
              <a:gd name="connsiteY2" fmla="*/ 325421 h 4425696"/>
              <a:gd name="connsiteX3" fmla="*/ 6450717 w 6450717"/>
              <a:gd name="connsiteY3" fmla="*/ 4100275 h 4425696"/>
              <a:gd name="connsiteX4" fmla="*/ 6125296 w 6450717"/>
              <a:gd name="connsiteY4" fmla="*/ 4425696 h 4425696"/>
              <a:gd name="connsiteX5" fmla="*/ 325421 w 6450717"/>
              <a:gd name="connsiteY5" fmla="*/ 4425696 h 4425696"/>
              <a:gd name="connsiteX6" fmla="*/ 0 w 6450717"/>
              <a:gd name="connsiteY6" fmla="*/ 4100275 h 4425696"/>
              <a:gd name="connsiteX7" fmla="*/ 0 w 6450717"/>
              <a:gd name="connsiteY7" fmla="*/ 325421 h 4425696"/>
              <a:gd name="connsiteX8" fmla="*/ 325421 w 6450717"/>
              <a:gd name="connsiteY8" fmla="*/ 0 h 4425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50717" h="4425696">
                <a:moveTo>
                  <a:pt x="325421" y="0"/>
                </a:moveTo>
                <a:lnTo>
                  <a:pt x="6125296" y="0"/>
                </a:lnTo>
                <a:cubicBezTo>
                  <a:pt x="6305021" y="0"/>
                  <a:pt x="6450717" y="145696"/>
                  <a:pt x="6450717" y="325421"/>
                </a:cubicBezTo>
                <a:lnTo>
                  <a:pt x="6450717" y="4100275"/>
                </a:lnTo>
                <a:cubicBezTo>
                  <a:pt x="6450717" y="4280000"/>
                  <a:pt x="6305021" y="4425696"/>
                  <a:pt x="6125296" y="4425696"/>
                </a:cubicBezTo>
                <a:lnTo>
                  <a:pt x="325421" y="4425696"/>
                </a:lnTo>
                <a:cubicBezTo>
                  <a:pt x="145696" y="4425696"/>
                  <a:pt x="0" y="4280000"/>
                  <a:pt x="0" y="4100275"/>
                </a:cubicBezTo>
                <a:lnTo>
                  <a:pt x="0" y="325421"/>
                </a:lnTo>
                <a:cubicBezTo>
                  <a:pt x="0" y="145696"/>
                  <a:pt x="145696" y="0"/>
                  <a:pt x="325421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87768" y="1828800"/>
            <a:ext cx="4297680" cy="44288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8FABC-5F70-4DE9-8A42-1DE3D93319BF}" type="datetime1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80119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39"/>
            <a:ext cx="4855464" cy="1453896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5F2F272-6D18-7E06-3E9A-D10C5C50219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0075" y="2293496"/>
            <a:ext cx="4775158" cy="4039043"/>
          </a:xfrm>
          <a:custGeom>
            <a:avLst/>
            <a:gdLst>
              <a:gd name="connsiteX0" fmla="*/ 305917 w 4855463"/>
              <a:gd name="connsiteY0" fmla="*/ 0 h 4039043"/>
              <a:gd name="connsiteX1" fmla="*/ 4549547 w 4855463"/>
              <a:gd name="connsiteY1" fmla="*/ 0 h 4039043"/>
              <a:gd name="connsiteX2" fmla="*/ 4849249 w 4855463"/>
              <a:gd name="connsiteY2" fmla="*/ 244264 h 4039043"/>
              <a:gd name="connsiteX3" fmla="*/ 4855463 w 4855463"/>
              <a:gd name="connsiteY3" fmla="*/ 305907 h 4039043"/>
              <a:gd name="connsiteX4" fmla="*/ 4855463 w 4855463"/>
              <a:gd name="connsiteY4" fmla="*/ 3733136 h 4039043"/>
              <a:gd name="connsiteX5" fmla="*/ 4849249 w 4855463"/>
              <a:gd name="connsiteY5" fmla="*/ 3794779 h 4039043"/>
              <a:gd name="connsiteX6" fmla="*/ 4549547 w 4855463"/>
              <a:gd name="connsiteY6" fmla="*/ 4039043 h 4039043"/>
              <a:gd name="connsiteX7" fmla="*/ 305917 w 4855463"/>
              <a:gd name="connsiteY7" fmla="*/ 4039043 h 4039043"/>
              <a:gd name="connsiteX8" fmla="*/ 0 w 4855463"/>
              <a:gd name="connsiteY8" fmla="*/ 3733126 h 4039043"/>
              <a:gd name="connsiteX9" fmla="*/ 0 w 4855463"/>
              <a:gd name="connsiteY9" fmla="*/ 305917 h 4039043"/>
              <a:gd name="connsiteX10" fmla="*/ 305917 w 4855463"/>
              <a:gd name="connsiteY10" fmla="*/ 0 h 4039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855463" h="4039043">
                <a:moveTo>
                  <a:pt x="305917" y="0"/>
                </a:moveTo>
                <a:lnTo>
                  <a:pt x="4549547" y="0"/>
                </a:lnTo>
                <a:cubicBezTo>
                  <a:pt x="4697381" y="0"/>
                  <a:pt x="4820723" y="104863"/>
                  <a:pt x="4849249" y="244264"/>
                </a:cubicBezTo>
                <a:lnTo>
                  <a:pt x="4855463" y="305907"/>
                </a:lnTo>
                <a:lnTo>
                  <a:pt x="4855463" y="3733136"/>
                </a:lnTo>
                <a:lnTo>
                  <a:pt x="4849249" y="3794779"/>
                </a:lnTo>
                <a:cubicBezTo>
                  <a:pt x="4820723" y="3934180"/>
                  <a:pt x="4697381" y="4039043"/>
                  <a:pt x="4549547" y="4039043"/>
                </a:cubicBezTo>
                <a:lnTo>
                  <a:pt x="305917" y="4039043"/>
                </a:lnTo>
                <a:cubicBezTo>
                  <a:pt x="136964" y="4039043"/>
                  <a:pt x="0" y="3902079"/>
                  <a:pt x="0" y="3733126"/>
                </a:cubicBezTo>
                <a:lnTo>
                  <a:pt x="0" y="305917"/>
                </a:lnTo>
                <a:cubicBezTo>
                  <a:pt x="0" y="136964"/>
                  <a:pt x="136964" y="0"/>
                  <a:pt x="305917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32AAB-0859-49C5-9F81-D3744B520913}" type="datetime1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48332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0218"/>
            <a:ext cx="3827439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4639E5C-EF58-65A1-C364-F58DE761581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0075" y="2293494"/>
            <a:ext cx="3666744" cy="4039044"/>
          </a:xfrm>
          <a:custGeom>
            <a:avLst/>
            <a:gdLst>
              <a:gd name="connsiteX0" fmla="*/ 292716 w 3666744"/>
              <a:gd name="connsiteY0" fmla="*/ 0 h 4039044"/>
              <a:gd name="connsiteX1" fmla="*/ 3374028 w 3666744"/>
              <a:gd name="connsiteY1" fmla="*/ 0 h 4039044"/>
              <a:gd name="connsiteX2" fmla="*/ 3666744 w 3666744"/>
              <a:gd name="connsiteY2" fmla="*/ 292716 h 4039044"/>
              <a:gd name="connsiteX3" fmla="*/ 3666744 w 3666744"/>
              <a:gd name="connsiteY3" fmla="*/ 3746328 h 4039044"/>
              <a:gd name="connsiteX4" fmla="*/ 3374028 w 3666744"/>
              <a:gd name="connsiteY4" fmla="*/ 4039044 h 4039044"/>
              <a:gd name="connsiteX5" fmla="*/ 292716 w 3666744"/>
              <a:gd name="connsiteY5" fmla="*/ 4039044 h 4039044"/>
              <a:gd name="connsiteX6" fmla="*/ 0 w 3666744"/>
              <a:gd name="connsiteY6" fmla="*/ 3746328 h 4039044"/>
              <a:gd name="connsiteX7" fmla="*/ 0 w 3666744"/>
              <a:gd name="connsiteY7" fmla="*/ 292716 h 4039044"/>
              <a:gd name="connsiteX8" fmla="*/ 292716 w 3666744"/>
              <a:gd name="connsiteY8" fmla="*/ 0 h 4039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66744" h="4039044">
                <a:moveTo>
                  <a:pt x="292716" y="0"/>
                </a:moveTo>
                <a:lnTo>
                  <a:pt x="3374028" y="0"/>
                </a:lnTo>
                <a:cubicBezTo>
                  <a:pt x="3535691" y="0"/>
                  <a:pt x="3666744" y="131053"/>
                  <a:pt x="3666744" y="292716"/>
                </a:cubicBezTo>
                <a:lnTo>
                  <a:pt x="3666744" y="3746328"/>
                </a:lnTo>
                <a:cubicBezTo>
                  <a:pt x="3666744" y="3907991"/>
                  <a:pt x="3535691" y="4039044"/>
                  <a:pt x="3374028" y="4039044"/>
                </a:cubicBezTo>
                <a:lnTo>
                  <a:pt x="292716" y="4039044"/>
                </a:lnTo>
                <a:cubicBezTo>
                  <a:pt x="131053" y="4039044"/>
                  <a:pt x="0" y="3907991"/>
                  <a:pt x="0" y="3746328"/>
                </a:cubicBezTo>
                <a:lnTo>
                  <a:pt x="0" y="292716"/>
                </a:lnTo>
                <a:cubicBezTo>
                  <a:pt x="0" y="131053"/>
                  <a:pt x="131053" y="0"/>
                  <a:pt x="2927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20787" y="549275"/>
            <a:ext cx="6561138" cy="57881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C0E27-EFA9-4706-B7B3-384BAC09CA5C}" type="datetime1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42268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776" y="4992624"/>
            <a:ext cx="11201400" cy="1225296"/>
          </a:xfrm>
        </p:spPr>
        <p:txBody>
          <a:bodyPr anchor="t">
            <a:normAutofit/>
          </a:bodyPr>
          <a:lstStyle>
            <a:lvl1pPr algn="ctr">
              <a:lnSpc>
                <a:spcPct val="120000"/>
              </a:lnSpc>
              <a:defRPr sz="240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38527-6BF7-45BD-8E9C-2BDCA53716A3}" type="datetime1">
              <a:rPr lang="en-US" smtClean="0"/>
              <a:t>2/28/2026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93776" y="786384"/>
            <a:ext cx="11201400" cy="4206240"/>
          </a:xfrm>
        </p:spPr>
        <p:txBody>
          <a:bodyPr anchor="b">
            <a:normAutofit/>
          </a:bodyPr>
          <a:lstStyle>
            <a:lvl1pPr marL="0" indent="0" algn="ctr">
              <a:buNone/>
              <a:defRPr sz="2780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pPr lvl="0"/>
            <a:r>
              <a:rPr lang="en-US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314802233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776" y="4992624"/>
            <a:ext cx="11201400" cy="1225296"/>
          </a:xfrm>
        </p:spPr>
        <p:txBody>
          <a:bodyPr anchor="t">
            <a:normAutofit/>
          </a:bodyPr>
          <a:lstStyle>
            <a:lvl1pPr algn="ctr">
              <a:lnSpc>
                <a:spcPct val="120000"/>
              </a:lnSpc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2D2C4-0829-4B37-AFA9-97EED5EA275A}" type="datetime1">
              <a:rPr lang="en-US" smtClean="0"/>
              <a:t>2/28/2026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93776" y="786384"/>
            <a:ext cx="11201400" cy="4206240"/>
          </a:xfrm>
        </p:spPr>
        <p:txBody>
          <a:bodyPr anchor="b">
            <a:normAutofit/>
          </a:bodyPr>
          <a:lstStyle>
            <a:lvl1pPr marL="0" indent="0" algn="ctr">
              <a:buNone/>
              <a:defRPr sz="27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24107539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809744"/>
            <a:ext cx="5897880" cy="13533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20000"/>
              </a:lnSpc>
              <a:defRPr lang="en-US" sz="2800" dirty="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3353C-D70D-4D92-85A4-BE6E7FCC2830}" type="datetime1">
              <a:rPr lang="en-US" smtClean="0"/>
              <a:t>2/28/2026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603504"/>
            <a:ext cx="11201400" cy="420624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lang="en-US" sz="27800" dirty="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pPr lvl="0"/>
            <a:r>
              <a:rPr lang="en-US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381483245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622C3-A8C0-4CE4-AFAA-25D23CB3242F}" type="datetime1">
              <a:rPr lang="en-US" smtClean="0"/>
              <a:t>2/28/2026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9360376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B6EAC-4E38-4BC4-964B-55A6571A4EBF}" type="datetime1">
              <a:rPr lang="en-US" smtClean="0"/>
              <a:t>2/28/2026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929384"/>
            <a:ext cx="8266176" cy="4142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3855217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2DDD8-66B1-484C-ABC1-3F6C2E131531}" type="datetime1">
              <a:rPr lang="en-US" smtClean="0"/>
              <a:t>2/28/2026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8266176" cy="5605272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9518975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36776" y="5276088"/>
            <a:ext cx="9061704" cy="466344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2200" b="1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828800"/>
            <a:ext cx="9198864" cy="2871216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4000"/>
            </a:lvl1pPr>
          </a:lstStyle>
          <a:p>
            <a:pPr lvl="0"/>
            <a:r>
              <a:rPr lang="en-US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CBEC5-37D0-4E5C-8671-D7D2A06BE21B}" type="datetime1">
              <a:rPr lang="en-US" smtClean="0"/>
              <a:t>2/28/2026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43806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351F96B-ED98-BF55-D2B0-047000EF48E1}"/>
              </a:ext>
            </a:extLst>
          </p:cNvPr>
          <p:cNvSpPr/>
          <p:nvPr/>
        </p:nvSpPr>
        <p:spPr>
          <a:xfrm>
            <a:off x="806386" y="760151"/>
            <a:ext cx="10579222" cy="5337698"/>
          </a:xfrm>
          <a:prstGeom prst="roundRect">
            <a:avLst>
              <a:gd name="adj" fmla="val 6093"/>
            </a:avLst>
          </a:pr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1368" y="5120640"/>
            <a:ext cx="8549640" cy="621792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55064" y="2093976"/>
            <a:ext cx="8695944" cy="2130552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3600"/>
            </a:lvl1pPr>
          </a:lstStyle>
          <a:p>
            <a:pPr lvl="0"/>
            <a:r>
              <a:rPr lang="en-US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6FC37-12B5-4EB9-BB05-B5E210E93FF0}" type="datetime1">
              <a:rPr lang="en-US" smtClean="0"/>
              <a:t>2/28/2026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54182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8556" y="4965192"/>
            <a:ext cx="9450699" cy="1289304"/>
          </a:xfr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1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438912"/>
            <a:ext cx="9619488" cy="452628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4800"/>
            </a:lvl1pPr>
          </a:lstStyle>
          <a:p>
            <a:pPr lvl="0"/>
            <a:r>
              <a:rPr lang="en-US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0F6F3-6829-4CDD-B3A1-8F321E27194A}" type="datetime1">
              <a:rPr lang="en-US" smtClean="0"/>
              <a:t>2/28/2026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2665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8556" y="4965192"/>
            <a:ext cx="9148947" cy="1289304"/>
          </a:xfr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1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1179576"/>
            <a:ext cx="9317736" cy="3785616"/>
          </a:xfrm>
        </p:spPr>
        <p:txBody>
          <a:bodyPr anchor="b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4800"/>
            </a:lvl1pPr>
          </a:lstStyle>
          <a:p>
            <a:pPr lvl="0"/>
            <a:r>
              <a:rPr lang="en-US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6652C-AA1E-4738-883B-0336FAAA5DB1}" type="datetime1">
              <a:rPr lang="en-US" smtClean="0"/>
              <a:t>2/28/2026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3963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294248"/>
            <a:ext cx="11164825" cy="9584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A7BFCD9-16A4-5745-7BB3-7836095FF1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0213" y="2020825"/>
            <a:ext cx="5211762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30EDC57-7D17-D4C8-5C60-A44A480EA99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750" y="2020824"/>
            <a:ext cx="521335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F56A5-925A-45AB-8491-C696F304662B}" type="datetime1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00124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276166"/>
            <a:ext cx="11164824" cy="9765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7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B5BB1DC-4DAA-D220-25A9-5752C158FD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0213" y="2020888"/>
            <a:ext cx="5211762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82512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AB67A04-5E8D-18C5-D47A-A5B5CFE568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750" y="2020888"/>
            <a:ext cx="521335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82B41-9B9A-4653-8E8E-9D57A4983847}" type="datetime1">
              <a:rPr lang="en-US" smtClean="0"/>
              <a:t>2/28/2026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51288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80A14-C874-4C11-943E-4B7AAF73B997}" type="datetime1">
              <a:rPr lang="en-US" smtClean="0"/>
              <a:t>2/28/2026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7204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60914-BFFA-4E5B-B382-06A92C8508A8}" type="datetime1">
              <a:rPr lang="en-US" smtClean="0"/>
              <a:t>2/28/2026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69117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3615"/>
            <a:ext cx="3595634" cy="221284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9769" y="2823029"/>
            <a:ext cx="3309608" cy="3481355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6995" y="553616"/>
            <a:ext cx="6466741" cy="575256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EE75D-2E4A-469A-9092-8B43711F5315}" type="datetime1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25916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7784"/>
            <a:ext cx="3593592" cy="2212313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9767" y="2826137"/>
            <a:ext cx="3310128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ADACA751-BBB2-3E33-EA6C-54B4A7F6842B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502843" y="342901"/>
            <a:ext cx="7346258" cy="6172198"/>
          </a:xfrm>
          <a:custGeom>
            <a:avLst/>
            <a:gdLst>
              <a:gd name="connsiteX0" fmla="*/ 264355 w 6785782"/>
              <a:gd name="connsiteY0" fmla="*/ 0 h 6172198"/>
              <a:gd name="connsiteX1" fmla="*/ 6521427 w 6785782"/>
              <a:gd name="connsiteY1" fmla="*/ 0 h 6172198"/>
              <a:gd name="connsiteX2" fmla="*/ 6785782 w 6785782"/>
              <a:gd name="connsiteY2" fmla="*/ 264355 h 6172198"/>
              <a:gd name="connsiteX3" fmla="*/ 6785782 w 6785782"/>
              <a:gd name="connsiteY3" fmla="*/ 5907843 h 6172198"/>
              <a:gd name="connsiteX4" fmla="*/ 6521427 w 6785782"/>
              <a:gd name="connsiteY4" fmla="*/ 6172198 h 6172198"/>
              <a:gd name="connsiteX5" fmla="*/ 264355 w 6785782"/>
              <a:gd name="connsiteY5" fmla="*/ 6172198 h 6172198"/>
              <a:gd name="connsiteX6" fmla="*/ 0 w 6785782"/>
              <a:gd name="connsiteY6" fmla="*/ 5907843 h 6172198"/>
              <a:gd name="connsiteX7" fmla="*/ 0 w 6785782"/>
              <a:gd name="connsiteY7" fmla="*/ 264355 h 6172198"/>
              <a:gd name="connsiteX8" fmla="*/ 264355 w 6785782"/>
              <a:gd name="connsiteY8" fmla="*/ 0 h 6172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85782" h="6172198">
                <a:moveTo>
                  <a:pt x="264355" y="0"/>
                </a:moveTo>
                <a:lnTo>
                  <a:pt x="6521427" y="0"/>
                </a:lnTo>
                <a:cubicBezTo>
                  <a:pt x="6667426" y="0"/>
                  <a:pt x="6785782" y="118356"/>
                  <a:pt x="6785782" y="264355"/>
                </a:cubicBezTo>
                <a:lnTo>
                  <a:pt x="6785782" y="5907843"/>
                </a:lnTo>
                <a:cubicBezTo>
                  <a:pt x="6785782" y="6053842"/>
                  <a:pt x="6667426" y="6172198"/>
                  <a:pt x="6521427" y="6172198"/>
                </a:cubicBezTo>
                <a:lnTo>
                  <a:pt x="264355" y="6172198"/>
                </a:lnTo>
                <a:cubicBezTo>
                  <a:pt x="118356" y="6172198"/>
                  <a:pt x="0" y="6053842"/>
                  <a:pt x="0" y="5907843"/>
                </a:cubicBezTo>
                <a:lnTo>
                  <a:pt x="0" y="264355"/>
                </a:lnTo>
                <a:cubicBezTo>
                  <a:pt x="0" y="118356"/>
                  <a:pt x="118356" y="0"/>
                  <a:pt x="26435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6FD38-01FF-4539-8A35-AB19E4D5C3A7}" type="datetime1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76937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29768"/>
            <a:ext cx="10890374" cy="1627632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768" y="3264408"/>
            <a:ext cx="10890374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C5BFC-EF85-4C2B-8809-2F9E7D76A143}" type="datetime1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2518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27318"/>
            <a:ext cx="7370064" cy="184202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3622673"/>
            <a:ext cx="7370064" cy="223113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805FF-0F6F-4DB7-B5D6-9BF14E40F716}" type="datetime1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2383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283464"/>
            <a:ext cx="10652760" cy="9692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8" y="1380744"/>
            <a:ext cx="10652760" cy="49011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29768" y="6519672"/>
            <a:ext cx="2843784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E9D380B3-E270-4064-8D13-292A875F6C31}" type="datetime1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60536" y="6519672"/>
            <a:ext cx="2642616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5720" y="6519672"/>
            <a:ext cx="45720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884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  <p:sldLayoutId id="2147483673" r:id="rId23"/>
    <p:sldLayoutId id="2147483674" r:id="rId24"/>
    <p:sldLayoutId id="2147483675" r:id="rId25"/>
    <p:sldLayoutId id="2147483676" r:id="rId26"/>
    <p:sldLayoutId id="2147483677" r:id="rId27"/>
    <p:sldLayoutId id="2147483678" r:id="rId28"/>
    <p:sldLayoutId id="2147483679" r:id="rId29"/>
    <p:sldLayoutId id="2147483680" r:id="rId30"/>
    <p:sldLayoutId id="2147483681" r:id="rId31"/>
    <p:sldLayoutId id="2147483682" r:id="rId32"/>
    <p:sldLayoutId id="2147483683" r:id="rId33"/>
    <p:sldLayoutId id="2147483684" r:id="rId34"/>
    <p:sldLayoutId id="2147483685" r:id="rId35"/>
    <p:sldLayoutId id="2147483686" r:id="rId36"/>
    <p:sldLayoutId id="2147483687" r:id="rId37"/>
    <p:sldLayoutId id="2147483688" r:id="rId38"/>
    <p:sldLayoutId id="2147483689" r:id="rId39"/>
    <p:sldLayoutId id="2147483690" r:id="rId40"/>
    <p:sldLayoutId id="2147483691" r:id="rId41"/>
    <p:sldLayoutId id="2147483692" r:id="rId42"/>
    <p:sldLayoutId id="2147483693" r:id="rId43"/>
    <p:sldLayoutId id="2147483694" r:id="rId44"/>
    <p:sldLayoutId id="2147483695" r:id="rId45"/>
    <p:sldLayoutId id="2147483696" r:id="rId46"/>
    <p:sldLayoutId id="2147483697" r:id="rId47"/>
    <p:sldLayoutId id="2147483698" r:id="rId48"/>
    <p:sldLayoutId id="2147483699" r:id="rId49"/>
    <p:sldLayoutId id="2147483700" r:id="rId50"/>
    <p:sldLayoutId id="2147483701" r:id="rId5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BC9A818-54FA-D5E0-F6EB-2D1C12FC30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8176" y="1536192"/>
            <a:ext cx="9171432" cy="2615184"/>
          </a:xfrm>
        </p:spPr>
        <p:txBody>
          <a:bodyPr anchor="ctr"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dirty="0"/>
              <a:t>Mini Fleet Monitoring System</a:t>
            </a:r>
            <a:br>
              <a:rPr lang="en-US" dirty="0"/>
            </a:br>
            <a:r>
              <a:rPr lang="en-US" sz="3200" dirty="0"/>
              <a:t>Dion Qairawan</a:t>
            </a:r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7201E016-47C7-BE76-B4EE-D9622B12BF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8176" y="4037940"/>
            <a:ext cx="9171432" cy="1019089"/>
          </a:xfrm>
        </p:spPr>
        <p:txBody>
          <a:bodyPr anchor="t">
            <a:normAutofit fontScale="85000" lnSpcReduction="20000"/>
          </a:bodyPr>
          <a:lstStyle/>
          <a:p>
            <a:pPr>
              <a:lnSpc>
                <a:spcPct val="110000"/>
              </a:lnSpc>
            </a:pPr>
            <a:r>
              <a:rPr lang="en-US" dirty="0"/>
              <a:t>Final Project for</a:t>
            </a:r>
          </a:p>
          <a:p>
            <a:pPr>
              <a:lnSpc>
                <a:spcPct val="110000"/>
              </a:lnSpc>
            </a:pPr>
            <a:r>
              <a:rPr lang="en-US" dirty="0"/>
              <a:t>Realtime Data Engineering Training </a:t>
            </a:r>
          </a:p>
          <a:p>
            <a:pPr>
              <a:lnSpc>
                <a:spcPct val="110000"/>
              </a:lnSpc>
            </a:pPr>
            <a:r>
              <a:rPr lang="en-US" dirty="0"/>
              <a:t>With Dibimbing.id</a:t>
            </a:r>
          </a:p>
        </p:txBody>
      </p:sp>
    </p:spTree>
    <p:extLst>
      <p:ext uri="{BB962C8B-B14F-4D97-AF65-F5344CB8AC3E}">
        <p14:creationId xmlns:p14="http://schemas.microsoft.com/office/powerpoint/2010/main" val="1446932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1D546-7407-11C5-D0F4-146E7CB30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BB8DD129-6550-2814-0D12-1DBB043965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8423" y="202600"/>
            <a:ext cx="3012042" cy="1379065"/>
          </a:xfrm>
        </p:spPr>
        <p:txBody>
          <a:bodyPr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3200" dirty="0"/>
              <a:t>Dion Qairawan</a:t>
            </a:r>
          </a:p>
          <a:p>
            <a:pPr algn="l">
              <a:lnSpc>
                <a:spcPct val="100000"/>
              </a:lnSpc>
            </a:pPr>
            <a:r>
              <a:rPr lang="en-US" sz="2000" dirty="0"/>
              <a:t>GIS Consultant</a:t>
            </a:r>
          </a:p>
          <a:p>
            <a:pPr algn="l">
              <a:lnSpc>
                <a:spcPct val="100000"/>
              </a:lnSpc>
            </a:pPr>
            <a:r>
              <a:rPr lang="en-US" sz="1400" dirty="0"/>
              <a:t>Esri Indonesia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0F6782A-4ABB-E08B-D7BD-DBABEAD36D7B}"/>
              </a:ext>
            </a:extLst>
          </p:cNvPr>
          <p:cNvSpPr txBox="1">
            <a:spLocks/>
          </p:cNvSpPr>
          <p:nvPr/>
        </p:nvSpPr>
        <p:spPr>
          <a:xfrm>
            <a:off x="398423" y="1729945"/>
            <a:ext cx="4676085" cy="498890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00B9F2">
                  <a:lumMod val="60000"/>
                  <a:lumOff val="40000"/>
                </a:srgbClr>
              </a:buClr>
              <a:defRPr/>
            </a:pPr>
            <a:r>
              <a:rPr lang="en-US" sz="2000" u="sng" dirty="0">
                <a:solidFill>
                  <a:prstClr val="white"/>
                </a:solidFill>
              </a:rPr>
              <a:t>Self Overview</a:t>
            </a:r>
          </a:p>
          <a:p>
            <a:pPr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00B9F2">
                  <a:lumMod val="60000"/>
                  <a:lumOff val="40000"/>
                </a:srgbClr>
              </a:buClr>
              <a:defRPr/>
            </a:pPr>
            <a:r>
              <a:rPr lang="en-US" sz="1400" dirty="0">
                <a:solidFill>
                  <a:prstClr val="white"/>
                </a:solidFill>
              </a:rPr>
              <a:t>GIS Consultant </a:t>
            </a:r>
            <a:r>
              <a:rPr lang="en-US" sz="1400" dirty="0" err="1">
                <a:solidFill>
                  <a:prstClr val="white"/>
                </a:solidFill>
              </a:rPr>
              <a:t>dengan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beragam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pengalaman</a:t>
            </a:r>
            <a:r>
              <a:rPr lang="en-US" sz="1400" dirty="0">
                <a:solidFill>
                  <a:prstClr val="white"/>
                </a:solidFill>
              </a:rPr>
              <a:t> data engineering dan </a:t>
            </a:r>
            <a:r>
              <a:rPr lang="en-US" sz="1400" dirty="0" err="1">
                <a:solidFill>
                  <a:prstClr val="white"/>
                </a:solidFill>
              </a:rPr>
              <a:t>analisis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dari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berbagai</a:t>
            </a:r>
            <a:r>
              <a:rPr lang="en-US" sz="1400" dirty="0">
                <a:solidFill>
                  <a:prstClr val="white"/>
                </a:solidFill>
              </a:rPr>
              <a:t> domain </a:t>
            </a:r>
            <a:r>
              <a:rPr lang="en-US" sz="1400" dirty="0" err="1">
                <a:solidFill>
                  <a:prstClr val="white"/>
                </a:solidFill>
              </a:rPr>
              <a:t>baik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itu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realtime</a:t>
            </a:r>
            <a:r>
              <a:rPr lang="en-US" sz="1400" dirty="0">
                <a:solidFill>
                  <a:prstClr val="white"/>
                </a:solidFill>
              </a:rPr>
              <a:t>, imagery, 3D, </a:t>
            </a:r>
            <a:r>
              <a:rPr lang="en-US" sz="1400" dirty="0" err="1">
                <a:solidFill>
                  <a:prstClr val="white"/>
                </a:solidFill>
              </a:rPr>
              <a:t>dll</a:t>
            </a:r>
            <a:r>
              <a:rPr lang="en-US" sz="1400" dirty="0">
                <a:solidFill>
                  <a:prstClr val="white"/>
                </a:solidFill>
              </a:rPr>
              <a:t>. </a:t>
            </a:r>
            <a:r>
              <a:rPr lang="en-US" sz="1400" dirty="0" err="1">
                <a:solidFill>
                  <a:prstClr val="white"/>
                </a:solidFill>
              </a:rPr>
              <a:t>Meyakini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bahwa</a:t>
            </a:r>
            <a:r>
              <a:rPr lang="en-US" sz="1400" dirty="0">
                <a:solidFill>
                  <a:prstClr val="white"/>
                </a:solidFill>
              </a:rPr>
              <a:t> data </a:t>
            </a:r>
            <a:r>
              <a:rPr lang="en-US" sz="1400" dirty="0" err="1">
                <a:solidFill>
                  <a:prstClr val="white"/>
                </a:solidFill>
              </a:rPr>
              <a:t>adalah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alat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pengambilan</a:t>
            </a:r>
            <a:r>
              <a:rPr lang="en-US" sz="1400" dirty="0">
                <a:solidFill>
                  <a:prstClr val="white"/>
                </a:solidFill>
              </a:rPr>
              <a:t> decision making yang paling </a:t>
            </a:r>
            <a:r>
              <a:rPr lang="en-US" sz="1400" dirty="0" err="1">
                <a:solidFill>
                  <a:prstClr val="white"/>
                </a:solidFill>
              </a:rPr>
              <a:t>objektif</a:t>
            </a:r>
            <a:r>
              <a:rPr lang="en-US" sz="1400" dirty="0">
                <a:solidFill>
                  <a:prstClr val="white"/>
                </a:solidFill>
              </a:rPr>
              <a:t> dan </a:t>
            </a:r>
            <a:r>
              <a:rPr lang="en-US" sz="1400" dirty="0" err="1">
                <a:solidFill>
                  <a:prstClr val="white"/>
                </a:solidFill>
              </a:rPr>
              <a:t>ketepatan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analisa</a:t>
            </a:r>
            <a:r>
              <a:rPr lang="en-US" sz="1400" dirty="0">
                <a:solidFill>
                  <a:prstClr val="white"/>
                </a:solidFill>
              </a:rPr>
              <a:t> data </a:t>
            </a:r>
            <a:r>
              <a:rPr lang="en-US" sz="1400" dirty="0" err="1">
                <a:solidFill>
                  <a:prstClr val="white"/>
                </a:solidFill>
              </a:rPr>
              <a:t>sangatlah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krusial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dalam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pengambilan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keputusan</a:t>
            </a:r>
            <a:r>
              <a:rPr lang="en-US" sz="1400" dirty="0">
                <a:solidFill>
                  <a:prstClr val="white"/>
                </a:solidFill>
              </a:rPr>
              <a:t>.</a:t>
            </a:r>
          </a:p>
          <a:p>
            <a:pPr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00B9F2">
                  <a:lumMod val="60000"/>
                  <a:lumOff val="40000"/>
                </a:srgbClr>
              </a:buClr>
              <a:defRPr/>
            </a:pPr>
            <a:r>
              <a:rPr lang="en-US" sz="1400" dirty="0">
                <a:solidFill>
                  <a:prstClr val="white"/>
                </a:solidFill>
              </a:rPr>
              <a:t>Sangat </a:t>
            </a:r>
            <a:r>
              <a:rPr lang="en-US" sz="1400" dirty="0" err="1">
                <a:solidFill>
                  <a:prstClr val="white"/>
                </a:solidFill>
              </a:rPr>
              <a:t>tertarik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dalam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menjelajahi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potensi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analisa</a:t>
            </a:r>
            <a:r>
              <a:rPr lang="en-US" sz="1400" dirty="0">
                <a:solidFill>
                  <a:prstClr val="white"/>
                </a:solidFill>
              </a:rPr>
              <a:t> data </a:t>
            </a:r>
            <a:r>
              <a:rPr lang="en-US" sz="1400" dirty="0" err="1">
                <a:solidFill>
                  <a:prstClr val="white"/>
                </a:solidFill>
              </a:rPr>
              <a:t>secara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realtime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karena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akan</a:t>
            </a:r>
            <a:r>
              <a:rPr lang="en-US" sz="1400" dirty="0">
                <a:solidFill>
                  <a:prstClr val="white"/>
                </a:solidFill>
              </a:rPr>
              <a:t> sangat </a:t>
            </a:r>
            <a:r>
              <a:rPr lang="en-US" sz="1400" dirty="0" err="1">
                <a:solidFill>
                  <a:prstClr val="white"/>
                </a:solidFill>
              </a:rPr>
              <a:t>membantu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dalam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pengambilan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keputusan</a:t>
            </a:r>
            <a:r>
              <a:rPr lang="en-US" sz="1400" dirty="0">
                <a:solidFill>
                  <a:prstClr val="white"/>
                </a:solidFill>
              </a:rPr>
              <a:t> yang </a:t>
            </a:r>
            <a:r>
              <a:rPr lang="en-US" sz="1400" dirty="0" err="1">
                <a:solidFill>
                  <a:prstClr val="white"/>
                </a:solidFill>
              </a:rPr>
              <a:t>tanggap</a:t>
            </a:r>
            <a:r>
              <a:rPr lang="en-US" sz="1400" dirty="0">
                <a:solidFill>
                  <a:prstClr val="white"/>
                </a:solidFill>
              </a:rPr>
              <a:t>, </a:t>
            </a:r>
            <a:r>
              <a:rPr lang="en-US" sz="1400" dirty="0" err="1">
                <a:solidFill>
                  <a:prstClr val="white"/>
                </a:solidFill>
              </a:rPr>
              <a:t>akurat</a:t>
            </a:r>
            <a:r>
              <a:rPr lang="en-US" sz="1400" dirty="0">
                <a:solidFill>
                  <a:prstClr val="white"/>
                </a:solidFill>
              </a:rPr>
              <a:t>, dan </a:t>
            </a:r>
            <a:r>
              <a:rPr lang="en-US" sz="1400" dirty="0" err="1">
                <a:solidFill>
                  <a:prstClr val="white"/>
                </a:solidFill>
              </a:rPr>
              <a:t>efektif</a:t>
            </a:r>
            <a:r>
              <a:rPr lang="en-US" sz="1400" dirty="0">
                <a:solidFill>
                  <a:prstClr val="white"/>
                </a:solidFill>
              </a:rPr>
              <a:t>.</a:t>
            </a:r>
            <a:endParaRPr lang="en-US" sz="1100" dirty="0">
              <a:solidFill>
                <a:prstClr val="white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3850C6D-2F4D-A282-34C4-33FF6EB71BC3}"/>
              </a:ext>
            </a:extLst>
          </p:cNvPr>
          <p:cNvCxnSpPr/>
          <p:nvPr/>
        </p:nvCxnSpPr>
        <p:spPr>
          <a:xfrm>
            <a:off x="398423" y="1655805"/>
            <a:ext cx="114475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5FCC993-27DE-B3C1-98FF-4030C63D01D8}"/>
              </a:ext>
            </a:extLst>
          </p:cNvPr>
          <p:cNvSpPr txBox="1">
            <a:spLocks/>
          </p:cNvSpPr>
          <p:nvPr/>
        </p:nvSpPr>
        <p:spPr>
          <a:xfrm>
            <a:off x="6122217" y="1729946"/>
            <a:ext cx="4676085" cy="169905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00B9F2">
                  <a:lumMod val="60000"/>
                  <a:lumOff val="40000"/>
                </a:srgbClr>
              </a:buClr>
              <a:defRPr/>
            </a:pPr>
            <a:r>
              <a:rPr lang="en-US" sz="2000" u="sng" dirty="0">
                <a:solidFill>
                  <a:prstClr val="white"/>
                </a:solidFill>
              </a:rPr>
              <a:t>Education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B9F2">
                  <a:lumMod val="60000"/>
                  <a:lumOff val="40000"/>
                </a:srgbClr>
              </a:buClr>
              <a:defRPr/>
            </a:pPr>
            <a:r>
              <a:rPr lang="en-US" sz="1400" dirty="0">
                <a:solidFill>
                  <a:prstClr val="white"/>
                </a:solidFill>
              </a:rPr>
              <a:t>Sarjana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B9F2">
                  <a:lumMod val="60000"/>
                  <a:lumOff val="40000"/>
                </a:srgbClr>
              </a:buClr>
              <a:defRPr/>
            </a:pPr>
            <a:r>
              <a:rPr lang="en-US" sz="1400" dirty="0">
                <a:solidFill>
                  <a:prstClr val="white"/>
                </a:solidFill>
              </a:rPr>
              <a:t>Teknik </a:t>
            </a:r>
            <a:r>
              <a:rPr lang="en-US" sz="1400" dirty="0" err="1">
                <a:solidFill>
                  <a:prstClr val="white"/>
                </a:solidFill>
              </a:rPr>
              <a:t>Geodesi</a:t>
            </a:r>
            <a:r>
              <a:rPr lang="en-US" sz="1400" dirty="0">
                <a:solidFill>
                  <a:prstClr val="white"/>
                </a:solidFill>
              </a:rPr>
              <a:t> dan </a:t>
            </a:r>
            <a:r>
              <a:rPr lang="en-US" sz="1400" dirty="0" err="1">
                <a:solidFill>
                  <a:prstClr val="white"/>
                </a:solidFill>
              </a:rPr>
              <a:t>Geomatika</a:t>
            </a:r>
            <a:endParaRPr lang="en-US" sz="1400" dirty="0">
              <a:solidFill>
                <a:prstClr val="white"/>
              </a:solidFill>
            </a:endParaRP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B9F2">
                  <a:lumMod val="60000"/>
                  <a:lumOff val="40000"/>
                </a:srgbClr>
              </a:buClr>
              <a:defRPr/>
            </a:pPr>
            <a:r>
              <a:rPr lang="en-US" sz="1400" dirty="0" err="1">
                <a:solidFill>
                  <a:prstClr val="white"/>
                </a:solidFill>
              </a:rPr>
              <a:t>Institut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Teknologi</a:t>
            </a:r>
            <a:r>
              <a:rPr lang="en-US" sz="1400" dirty="0">
                <a:solidFill>
                  <a:prstClr val="white"/>
                </a:solidFill>
              </a:rPr>
              <a:t> Bandung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9390231-9729-7189-8232-2000035B17E8}"/>
              </a:ext>
            </a:extLst>
          </p:cNvPr>
          <p:cNvSpPr txBox="1">
            <a:spLocks/>
          </p:cNvSpPr>
          <p:nvPr/>
        </p:nvSpPr>
        <p:spPr>
          <a:xfrm>
            <a:off x="6122216" y="3622409"/>
            <a:ext cx="4676085" cy="251599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00B9F2">
                  <a:lumMod val="60000"/>
                  <a:lumOff val="40000"/>
                </a:srgbClr>
              </a:buClr>
              <a:defRPr/>
            </a:pPr>
            <a:r>
              <a:rPr lang="en-US" sz="2000" u="sng" dirty="0">
                <a:solidFill>
                  <a:prstClr val="white"/>
                </a:solidFill>
              </a:rPr>
              <a:t>Experiences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B9F2">
                  <a:lumMod val="60000"/>
                  <a:lumOff val="40000"/>
                </a:srgbClr>
              </a:buClr>
              <a:defRPr/>
            </a:pPr>
            <a:r>
              <a:rPr lang="en-US" sz="1400" dirty="0">
                <a:solidFill>
                  <a:prstClr val="white"/>
                </a:solidFill>
              </a:rPr>
              <a:t>Data Engineer – OSM Indonesia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B9F2">
                  <a:lumMod val="60000"/>
                  <a:lumOff val="40000"/>
                </a:srgbClr>
              </a:buClr>
              <a:defRPr/>
            </a:pPr>
            <a:r>
              <a:rPr lang="en-US" sz="1400" dirty="0">
                <a:solidFill>
                  <a:prstClr val="white"/>
                </a:solidFill>
              </a:rPr>
              <a:t>GIS Expert – </a:t>
            </a:r>
            <a:r>
              <a:rPr lang="en-US" sz="1400" dirty="0" err="1">
                <a:solidFill>
                  <a:prstClr val="white"/>
                </a:solidFill>
              </a:rPr>
              <a:t>Bappenas</a:t>
            </a:r>
            <a:r>
              <a:rPr lang="en-US" sz="1400" dirty="0">
                <a:solidFill>
                  <a:prstClr val="white"/>
                </a:solidFill>
              </a:rPr>
              <a:t> RI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B9F2">
                  <a:lumMod val="60000"/>
                  <a:lumOff val="40000"/>
                </a:srgbClr>
              </a:buClr>
              <a:defRPr/>
            </a:pPr>
            <a:r>
              <a:rPr lang="en-US" sz="1400" dirty="0">
                <a:solidFill>
                  <a:prstClr val="white"/>
                </a:solidFill>
              </a:rPr>
              <a:t>GIS Consultant – Esri Indonesia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B9F2">
                  <a:lumMod val="60000"/>
                  <a:lumOff val="40000"/>
                </a:srgbClr>
              </a:buClr>
              <a:defRPr/>
            </a:pPr>
            <a:r>
              <a:rPr lang="en-US" sz="1400" dirty="0">
                <a:solidFill>
                  <a:prstClr val="white"/>
                </a:solidFill>
              </a:rPr>
              <a:t>Telah </a:t>
            </a:r>
            <a:r>
              <a:rPr lang="en-US" sz="1400" dirty="0" err="1">
                <a:solidFill>
                  <a:prstClr val="white"/>
                </a:solidFill>
              </a:rPr>
              <a:t>melalui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puluhan</a:t>
            </a:r>
            <a:r>
              <a:rPr lang="en-US" sz="1400" dirty="0">
                <a:solidFill>
                  <a:prstClr val="white"/>
                </a:solidFill>
              </a:rPr>
              <a:t> project </a:t>
            </a:r>
            <a:r>
              <a:rPr lang="en-US" sz="1400" dirty="0" err="1">
                <a:solidFill>
                  <a:prstClr val="white"/>
                </a:solidFill>
              </a:rPr>
              <a:t>mulai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dari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visualisasi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sederhana</a:t>
            </a:r>
            <a:r>
              <a:rPr lang="en-US" sz="1400" dirty="0">
                <a:solidFill>
                  <a:prstClr val="white"/>
                </a:solidFill>
              </a:rPr>
              <a:t>, </a:t>
            </a:r>
            <a:r>
              <a:rPr lang="en-US" sz="1400" dirty="0" err="1">
                <a:solidFill>
                  <a:prstClr val="white"/>
                </a:solidFill>
              </a:rPr>
              <a:t>analisa</a:t>
            </a:r>
            <a:r>
              <a:rPr lang="en-US" sz="1400" dirty="0">
                <a:solidFill>
                  <a:prstClr val="white"/>
                </a:solidFill>
              </a:rPr>
              <a:t> data, </a:t>
            </a:r>
            <a:r>
              <a:rPr lang="en-US" sz="1400" dirty="0" err="1">
                <a:solidFill>
                  <a:prstClr val="white"/>
                </a:solidFill>
              </a:rPr>
              <a:t>hingga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pembuatan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aplikasi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i="1" dirty="0">
                <a:solidFill>
                  <a:prstClr val="white"/>
                </a:solidFill>
              </a:rPr>
              <a:t>custom</a:t>
            </a:r>
            <a:r>
              <a:rPr lang="en-US" sz="1400" dirty="0">
                <a:solidFill>
                  <a:prstClr val="white"/>
                </a:solidFill>
              </a:rPr>
              <a:t> dan </a:t>
            </a:r>
            <a:r>
              <a:rPr lang="en-US" sz="1400" dirty="0" err="1">
                <a:solidFill>
                  <a:prstClr val="white"/>
                </a:solidFill>
              </a:rPr>
              <a:t>pembangunan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sistem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i="1" dirty="0" err="1">
                <a:solidFill>
                  <a:prstClr val="white"/>
                </a:solidFill>
              </a:rPr>
              <a:t>realtime</a:t>
            </a:r>
            <a:r>
              <a:rPr lang="en-US" sz="1400" dirty="0">
                <a:solidFill>
                  <a:prstClr val="white"/>
                </a:solidFill>
              </a:rPr>
              <a:t> monitoring</a:t>
            </a:r>
          </a:p>
        </p:txBody>
      </p:sp>
    </p:spTree>
    <p:extLst>
      <p:ext uri="{BB962C8B-B14F-4D97-AF65-F5344CB8AC3E}">
        <p14:creationId xmlns:p14="http://schemas.microsoft.com/office/powerpoint/2010/main" val="22158519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C4A13-02A2-03F6-B0E2-26A213A9E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CA78380C-256F-ACC9-3D8B-68021D14DB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8423" y="202601"/>
            <a:ext cx="11447588" cy="369889"/>
          </a:xfrm>
        </p:spPr>
        <p:txBody>
          <a:bodyPr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200" dirty="0"/>
              <a:t>Mini Fleet Monitoring System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9F4C494-A9AB-2694-9C32-99B0334C111A}"/>
              </a:ext>
            </a:extLst>
          </p:cNvPr>
          <p:cNvSpPr txBox="1">
            <a:spLocks/>
          </p:cNvSpPr>
          <p:nvPr/>
        </p:nvSpPr>
        <p:spPr>
          <a:xfrm>
            <a:off x="372206" y="2322777"/>
            <a:ext cx="11447587" cy="221244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200000"/>
              </a:lnSpc>
              <a:spcBef>
                <a:spcPts val="600"/>
              </a:spcBef>
              <a:spcAft>
                <a:spcPts val="600"/>
              </a:spcAft>
              <a:buClr>
                <a:srgbClr val="00B9F2">
                  <a:lumMod val="60000"/>
                  <a:lumOff val="40000"/>
                </a:srgbClr>
              </a:buClr>
              <a:defRPr/>
            </a:pPr>
            <a:r>
              <a:rPr lang="en-US" dirty="0" err="1">
                <a:solidFill>
                  <a:prstClr val="white"/>
                </a:solidFill>
              </a:rPr>
              <a:t>Merupakan</a:t>
            </a:r>
            <a:r>
              <a:rPr lang="en-US" dirty="0">
                <a:solidFill>
                  <a:prstClr val="white"/>
                </a:solidFill>
              </a:rPr>
              <a:t> </a:t>
            </a:r>
            <a:r>
              <a:rPr lang="en-US" dirty="0" err="1">
                <a:solidFill>
                  <a:prstClr val="white"/>
                </a:solidFill>
              </a:rPr>
              <a:t>miniatur</a:t>
            </a:r>
            <a:r>
              <a:rPr lang="en-US" dirty="0">
                <a:solidFill>
                  <a:prstClr val="white"/>
                </a:solidFill>
              </a:rPr>
              <a:t> </a:t>
            </a:r>
            <a:r>
              <a:rPr lang="en-US" dirty="0" err="1">
                <a:solidFill>
                  <a:prstClr val="white"/>
                </a:solidFill>
              </a:rPr>
              <a:t>dari</a:t>
            </a:r>
            <a:r>
              <a:rPr lang="en-US" dirty="0">
                <a:solidFill>
                  <a:prstClr val="white"/>
                </a:solidFill>
              </a:rPr>
              <a:t> Fleet Monitoring System yang </a:t>
            </a:r>
            <a:r>
              <a:rPr lang="en-US" dirty="0" err="1">
                <a:solidFill>
                  <a:prstClr val="white"/>
                </a:solidFill>
              </a:rPr>
              <a:t>umumnya</a:t>
            </a:r>
            <a:r>
              <a:rPr lang="en-US" dirty="0">
                <a:solidFill>
                  <a:prstClr val="white"/>
                </a:solidFill>
              </a:rPr>
              <a:t> </a:t>
            </a:r>
            <a:r>
              <a:rPr lang="en-US" dirty="0" err="1">
                <a:solidFill>
                  <a:prstClr val="white"/>
                </a:solidFill>
              </a:rPr>
              <a:t>bertujuan</a:t>
            </a:r>
            <a:r>
              <a:rPr lang="en-US" dirty="0">
                <a:solidFill>
                  <a:prstClr val="white"/>
                </a:solidFill>
              </a:rPr>
              <a:t> </a:t>
            </a:r>
            <a:r>
              <a:rPr lang="en-US" dirty="0" err="1">
                <a:solidFill>
                  <a:prstClr val="white"/>
                </a:solidFill>
              </a:rPr>
              <a:t>untuk</a:t>
            </a:r>
            <a:r>
              <a:rPr lang="en-US" dirty="0">
                <a:solidFill>
                  <a:prstClr val="white"/>
                </a:solidFill>
              </a:rPr>
              <a:t> </a:t>
            </a:r>
            <a:r>
              <a:rPr lang="en-US" dirty="0" err="1">
                <a:solidFill>
                  <a:prstClr val="white"/>
                </a:solidFill>
              </a:rPr>
              <a:t>mendeteksi</a:t>
            </a:r>
            <a:r>
              <a:rPr lang="en-US" dirty="0">
                <a:solidFill>
                  <a:prstClr val="white"/>
                </a:solidFill>
              </a:rPr>
              <a:t> </a:t>
            </a:r>
            <a:r>
              <a:rPr lang="en-US" dirty="0" err="1">
                <a:solidFill>
                  <a:prstClr val="white"/>
                </a:solidFill>
              </a:rPr>
              <a:t>insiden-insiden</a:t>
            </a:r>
            <a:r>
              <a:rPr lang="en-US" dirty="0">
                <a:solidFill>
                  <a:prstClr val="white"/>
                </a:solidFill>
              </a:rPr>
              <a:t> </a:t>
            </a:r>
            <a:r>
              <a:rPr lang="en-US" dirty="0" err="1">
                <a:solidFill>
                  <a:prstClr val="white"/>
                </a:solidFill>
              </a:rPr>
              <a:t>dalam</a:t>
            </a:r>
            <a:r>
              <a:rPr lang="en-US" dirty="0">
                <a:solidFill>
                  <a:prstClr val="white"/>
                </a:solidFill>
              </a:rPr>
              <a:t> proses </a:t>
            </a:r>
            <a:r>
              <a:rPr lang="en-US" dirty="0" err="1">
                <a:solidFill>
                  <a:prstClr val="white"/>
                </a:solidFill>
              </a:rPr>
              <a:t>bisnis</a:t>
            </a:r>
            <a:r>
              <a:rPr lang="en-US" dirty="0">
                <a:solidFill>
                  <a:prstClr val="white"/>
                </a:solidFill>
              </a:rPr>
              <a:t> </a:t>
            </a:r>
            <a:r>
              <a:rPr lang="en-US" dirty="0" err="1">
                <a:solidFill>
                  <a:prstClr val="white"/>
                </a:solidFill>
              </a:rPr>
              <a:t>secara</a:t>
            </a:r>
            <a:r>
              <a:rPr lang="en-US" dirty="0">
                <a:solidFill>
                  <a:prstClr val="white"/>
                </a:solidFill>
              </a:rPr>
              <a:t> </a:t>
            </a:r>
            <a:r>
              <a:rPr lang="en-US" dirty="0" err="1">
                <a:solidFill>
                  <a:prstClr val="white"/>
                </a:solidFill>
              </a:rPr>
              <a:t>realtime</a:t>
            </a:r>
            <a:r>
              <a:rPr lang="en-US" dirty="0">
                <a:solidFill>
                  <a:prstClr val="white"/>
                </a:solidFill>
              </a:rPr>
              <a:t> agar </a:t>
            </a:r>
            <a:r>
              <a:rPr lang="en-US" dirty="0" err="1">
                <a:solidFill>
                  <a:prstClr val="white"/>
                </a:solidFill>
              </a:rPr>
              <a:t>bisa</a:t>
            </a:r>
            <a:r>
              <a:rPr lang="en-US" dirty="0">
                <a:solidFill>
                  <a:prstClr val="white"/>
                </a:solidFill>
              </a:rPr>
              <a:t> </a:t>
            </a:r>
            <a:r>
              <a:rPr lang="en-US" dirty="0" err="1">
                <a:solidFill>
                  <a:prstClr val="white"/>
                </a:solidFill>
              </a:rPr>
              <a:t>segera</a:t>
            </a:r>
            <a:r>
              <a:rPr lang="en-US" dirty="0">
                <a:solidFill>
                  <a:prstClr val="white"/>
                </a:solidFill>
              </a:rPr>
              <a:t> </a:t>
            </a:r>
            <a:r>
              <a:rPr lang="en-US" dirty="0" err="1">
                <a:solidFill>
                  <a:prstClr val="white"/>
                </a:solidFill>
              </a:rPr>
              <a:t>diselesaikan</a:t>
            </a:r>
            <a:r>
              <a:rPr lang="en-US" dirty="0">
                <a:solidFill>
                  <a:prstClr val="white"/>
                </a:solidFill>
              </a:rPr>
              <a:t> </a:t>
            </a:r>
            <a:r>
              <a:rPr lang="en-US" dirty="0" err="1">
                <a:solidFill>
                  <a:prstClr val="white"/>
                </a:solidFill>
              </a:rPr>
              <a:t>sehingga</a:t>
            </a:r>
            <a:r>
              <a:rPr lang="en-US" dirty="0">
                <a:solidFill>
                  <a:prstClr val="white"/>
                </a:solidFill>
              </a:rPr>
              <a:t> </a:t>
            </a:r>
            <a:r>
              <a:rPr lang="en-US" dirty="0" err="1">
                <a:solidFill>
                  <a:prstClr val="white"/>
                </a:solidFill>
              </a:rPr>
              <a:t>tidak</a:t>
            </a:r>
            <a:r>
              <a:rPr lang="en-US" dirty="0">
                <a:solidFill>
                  <a:prstClr val="white"/>
                </a:solidFill>
              </a:rPr>
              <a:t> </a:t>
            </a:r>
            <a:r>
              <a:rPr lang="en-US" dirty="0" err="1">
                <a:solidFill>
                  <a:prstClr val="white"/>
                </a:solidFill>
              </a:rPr>
              <a:t>menimbulkan</a:t>
            </a:r>
            <a:r>
              <a:rPr lang="en-US" dirty="0">
                <a:solidFill>
                  <a:prstClr val="white"/>
                </a:solidFill>
              </a:rPr>
              <a:t> </a:t>
            </a:r>
            <a:r>
              <a:rPr lang="en-US" dirty="0" err="1">
                <a:solidFill>
                  <a:prstClr val="white"/>
                </a:solidFill>
              </a:rPr>
              <a:t>kerugian</a:t>
            </a:r>
            <a:r>
              <a:rPr lang="en-US" dirty="0">
                <a:solidFill>
                  <a:prstClr val="white"/>
                </a:solidFill>
              </a:rPr>
              <a:t> </a:t>
            </a:r>
            <a:r>
              <a:rPr lang="en-US" dirty="0" err="1">
                <a:solidFill>
                  <a:prstClr val="white"/>
                </a:solidFill>
              </a:rPr>
              <a:t>lebih</a:t>
            </a:r>
            <a:r>
              <a:rPr lang="en-US" dirty="0">
                <a:solidFill>
                  <a:prstClr val="white"/>
                </a:solidFill>
              </a:rPr>
              <a:t> </a:t>
            </a:r>
            <a:r>
              <a:rPr lang="en-US" dirty="0" err="1">
                <a:solidFill>
                  <a:prstClr val="white"/>
                </a:solidFill>
              </a:rPr>
              <a:t>besar</a:t>
            </a:r>
            <a:r>
              <a:rPr lang="en-US" dirty="0">
                <a:solidFill>
                  <a:prstClr val="white"/>
                </a:solidFill>
              </a:rPr>
              <a:t>. Karena </a:t>
            </a:r>
            <a:r>
              <a:rPr lang="en-US" dirty="0" err="1">
                <a:solidFill>
                  <a:prstClr val="white"/>
                </a:solidFill>
              </a:rPr>
              <a:t>keterbatasan</a:t>
            </a:r>
            <a:r>
              <a:rPr lang="en-US" dirty="0">
                <a:solidFill>
                  <a:prstClr val="white"/>
                </a:solidFill>
              </a:rPr>
              <a:t> </a:t>
            </a:r>
            <a:r>
              <a:rPr lang="en-US" dirty="0" err="1">
                <a:solidFill>
                  <a:prstClr val="white"/>
                </a:solidFill>
              </a:rPr>
              <a:t>waktu</a:t>
            </a:r>
            <a:r>
              <a:rPr lang="en-US" dirty="0">
                <a:solidFill>
                  <a:prstClr val="white"/>
                </a:solidFill>
              </a:rPr>
              <a:t>, Mini Fleet Monitoring System </a:t>
            </a:r>
            <a:r>
              <a:rPr lang="en-US" dirty="0" err="1">
                <a:solidFill>
                  <a:prstClr val="white"/>
                </a:solidFill>
              </a:rPr>
              <a:t>ini</a:t>
            </a:r>
            <a:r>
              <a:rPr lang="en-US" dirty="0">
                <a:solidFill>
                  <a:prstClr val="white"/>
                </a:solidFill>
              </a:rPr>
              <a:t> </a:t>
            </a:r>
            <a:r>
              <a:rPr lang="en-US" dirty="0" err="1">
                <a:solidFill>
                  <a:prstClr val="white"/>
                </a:solidFill>
              </a:rPr>
              <a:t>hanya</a:t>
            </a:r>
            <a:r>
              <a:rPr lang="en-US" dirty="0">
                <a:solidFill>
                  <a:prstClr val="white"/>
                </a:solidFill>
              </a:rPr>
              <a:t> </a:t>
            </a:r>
            <a:r>
              <a:rPr lang="en-US" dirty="0" err="1">
                <a:solidFill>
                  <a:prstClr val="white"/>
                </a:solidFill>
              </a:rPr>
              <a:t>akan</a:t>
            </a:r>
            <a:r>
              <a:rPr lang="en-US" dirty="0">
                <a:solidFill>
                  <a:prstClr val="white"/>
                </a:solidFill>
              </a:rPr>
              <a:t> </a:t>
            </a:r>
            <a:r>
              <a:rPr lang="en-US" dirty="0" err="1">
                <a:solidFill>
                  <a:prstClr val="white"/>
                </a:solidFill>
              </a:rPr>
              <a:t>mengamati</a:t>
            </a:r>
            <a:r>
              <a:rPr lang="en-US" dirty="0">
                <a:solidFill>
                  <a:prstClr val="white"/>
                </a:solidFill>
              </a:rPr>
              <a:t> </a:t>
            </a:r>
            <a:r>
              <a:rPr lang="en-US" dirty="0" err="1">
                <a:solidFill>
                  <a:prstClr val="white"/>
                </a:solidFill>
              </a:rPr>
              <a:t>terjadinya</a:t>
            </a:r>
            <a:r>
              <a:rPr lang="en-US" dirty="0">
                <a:solidFill>
                  <a:prstClr val="white"/>
                </a:solidFill>
              </a:rPr>
              <a:t> </a:t>
            </a:r>
            <a:r>
              <a:rPr lang="en-US" i="1" dirty="0">
                <a:solidFill>
                  <a:prstClr val="white"/>
                </a:solidFill>
              </a:rPr>
              <a:t>overspeed</a:t>
            </a:r>
            <a:r>
              <a:rPr lang="en-US" dirty="0">
                <a:solidFill>
                  <a:prstClr val="white"/>
                </a:solidFill>
              </a:rPr>
              <a:t> dan </a:t>
            </a:r>
            <a:r>
              <a:rPr lang="en-US" i="1" dirty="0">
                <a:solidFill>
                  <a:prstClr val="white"/>
                </a:solidFill>
              </a:rPr>
              <a:t>late delivery </a:t>
            </a:r>
            <a:r>
              <a:rPr lang="en-US" dirty="0" err="1">
                <a:solidFill>
                  <a:prstClr val="white"/>
                </a:solidFill>
              </a:rPr>
              <a:t>dalam</a:t>
            </a:r>
            <a:r>
              <a:rPr lang="en-US" dirty="0">
                <a:solidFill>
                  <a:prstClr val="white"/>
                </a:solidFill>
              </a:rPr>
              <a:t> proses </a:t>
            </a:r>
            <a:r>
              <a:rPr lang="en-US" dirty="0" err="1">
                <a:solidFill>
                  <a:prstClr val="white"/>
                </a:solidFill>
              </a:rPr>
              <a:t>pengiriman</a:t>
            </a:r>
            <a:r>
              <a:rPr lang="en-US" dirty="0">
                <a:solidFill>
                  <a:prstClr val="white"/>
                </a:solidFill>
              </a:rPr>
              <a:t> </a:t>
            </a:r>
            <a:r>
              <a:rPr lang="en-US" dirty="0" err="1">
                <a:solidFill>
                  <a:prstClr val="white"/>
                </a:solidFill>
              </a:rPr>
              <a:t>barang</a:t>
            </a:r>
            <a:r>
              <a:rPr lang="en-US" dirty="0">
                <a:solidFill>
                  <a:prstClr val="white"/>
                </a:solidFill>
              </a:rPr>
              <a:t>.</a:t>
            </a:r>
            <a:endParaRPr lang="en-US" i="1" dirty="0">
              <a:solidFill>
                <a:prstClr val="white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3650641-DB44-3952-90CC-3062FFE1BFFD}"/>
              </a:ext>
            </a:extLst>
          </p:cNvPr>
          <p:cNvCxnSpPr/>
          <p:nvPr/>
        </p:nvCxnSpPr>
        <p:spPr>
          <a:xfrm>
            <a:off x="398423" y="820918"/>
            <a:ext cx="114475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52471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9BA64-7DCF-0C0B-6908-E430093EE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0857CCC2-7A60-3E65-29E4-ECD0DEAB04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8423" y="202601"/>
            <a:ext cx="4761974" cy="369889"/>
          </a:xfrm>
        </p:spPr>
        <p:txBody>
          <a:bodyPr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400" dirty="0"/>
              <a:t>Mini Fleet Monitoring System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BEF204F-917B-40FB-CB75-2A2653BFCA3F}"/>
              </a:ext>
            </a:extLst>
          </p:cNvPr>
          <p:cNvSpPr txBox="1">
            <a:spLocks/>
          </p:cNvSpPr>
          <p:nvPr/>
        </p:nvSpPr>
        <p:spPr>
          <a:xfrm>
            <a:off x="398424" y="769771"/>
            <a:ext cx="5437834" cy="588562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00B9F2">
                  <a:lumMod val="60000"/>
                  <a:lumOff val="40000"/>
                </a:srgbClr>
              </a:buClr>
              <a:defRPr/>
            </a:pPr>
            <a:r>
              <a:rPr lang="en-US" sz="2000" u="sng" dirty="0">
                <a:solidFill>
                  <a:prstClr val="white"/>
                </a:solidFill>
              </a:rPr>
              <a:t>Latar </a:t>
            </a:r>
            <a:r>
              <a:rPr lang="en-US" sz="2000" u="sng" dirty="0" err="1">
                <a:solidFill>
                  <a:prstClr val="white"/>
                </a:solidFill>
              </a:rPr>
              <a:t>Belakang</a:t>
            </a:r>
            <a:endParaRPr lang="en-US" sz="2000" u="sng" dirty="0">
              <a:solidFill>
                <a:prstClr val="white"/>
              </a:solidFill>
            </a:endParaRPr>
          </a:p>
          <a:p>
            <a:pPr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00B9F2">
                  <a:lumMod val="60000"/>
                  <a:lumOff val="40000"/>
                </a:srgbClr>
              </a:buClr>
              <a:defRPr/>
            </a:pPr>
            <a:r>
              <a:rPr lang="en-US" sz="1400" dirty="0" err="1">
                <a:solidFill>
                  <a:prstClr val="white"/>
                </a:solidFill>
              </a:rPr>
              <a:t>Pengiriman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barang</a:t>
            </a:r>
            <a:r>
              <a:rPr lang="en-US" sz="1400" dirty="0">
                <a:solidFill>
                  <a:prstClr val="white"/>
                </a:solidFill>
              </a:rPr>
              <a:t> pada </a:t>
            </a:r>
            <a:r>
              <a:rPr lang="en-US" sz="1400" dirty="0" err="1">
                <a:solidFill>
                  <a:prstClr val="white"/>
                </a:solidFill>
              </a:rPr>
              <a:t>bisnis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logistik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merupakan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kegiatan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kompleks</a:t>
            </a:r>
            <a:r>
              <a:rPr lang="en-US" sz="1400" dirty="0">
                <a:solidFill>
                  <a:prstClr val="white"/>
                </a:solidFill>
              </a:rPr>
              <a:t> yang </a:t>
            </a:r>
            <a:r>
              <a:rPr lang="en-US" sz="1400" dirty="0" err="1">
                <a:solidFill>
                  <a:prstClr val="white"/>
                </a:solidFill>
              </a:rPr>
              <a:t>melibatkan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banyak</a:t>
            </a:r>
            <a:r>
              <a:rPr lang="en-US" sz="1400" dirty="0">
                <a:solidFill>
                  <a:prstClr val="white"/>
                </a:solidFill>
              </a:rPr>
              <a:t> proses, </a:t>
            </a:r>
            <a:r>
              <a:rPr lang="en-US" sz="1400" dirty="0" err="1">
                <a:solidFill>
                  <a:prstClr val="white"/>
                </a:solidFill>
              </a:rPr>
              <a:t>pihak</a:t>
            </a:r>
            <a:r>
              <a:rPr lang="en-US" sz="1400" dirty="0">
                <a:solidFill>
                  <a:prstClr val="white"/>
                </a:solidFill>
              </a:rPr>
              <a:t>, dan </a:t>
            </a:r>
            <a:r>
              <a:rPr lang="en-US" sz="1400" dirty="0" err="1">
                <a:solidFill>
                  <a:prstClr val="white"/>
                </a:solidFill>
              </a:rPr>
              <a:t>sistem</a:t>
            </a:r>
            <a:r>
              <a:rPr lang="en-US" sz="1400" dirty="0">
                <a:solidFill>
                  <a:prstClr val="white"/>
                </a:solidFill>
              </a:rPr>
              <a:t> yang </a:t>
            </a:r>
            <a:r>
              <a:rPr lang="en-US" sz="1400" dirty="0" err="1">
                <a:solidFill>
                  <a:prstClr val="white"/>
                </a:solidFill>
              </a:rPr>
              <a:t>harus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bersinergi</a:t>
            </a:r>
            <a:r>
              <a:rPr lang="en-US" sz="1400" dirty="0">
                <a:solidFill>
                  <a:prstClr val="white"/>
                </a:solidFill>
              </a:rPr>
              <a:t>. </a:t>
            </a:r>
            <a:r>
              <a:rPr lang="en-US" sz="1400" dirty="0" err="1">
                <a:solidFill>
                  <a:prstClr val="white"/>
                </a:solidFill>
              </a:rPr>
              <a:t>Kompleksitas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ini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meningkatkan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potensi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kesalahan</a:t>
            </a:r>
            <a:r>
              <a:rPr lang="en-US" sz="1400" dirty="0">
                <a:solidFill>
                  <a:prstClr val="white"/>
                </a:solidFill>
              </a:rPr>
              <a:t> yang </a:t>
            </a:r>
            <a:r>
              <a:rPr lang="en-US" sz="1400" dirty="0" err="1">
                <a:solidFill>
                  <a:prstClr val="white"/>
                </a:solidFill>
              </a:rPr>
              <a:t>mungkin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terjadi</a:t>
            </a:r>
            <a:r>
              <a:rPr lang="en-US" sz="1400" dirty="0">
                <a:solidFill>
                  <a:prstClr val="white"/>
                </a:solidFill>
              </a:rPr>
              <a:t> pada salah </a:t>
            </a:r>
            <a:r>
              <a:rPr lang="en-US" sz="1400" dirty="0" err="1">
                <a:solidFill>
                  <a:prstClr val="white"/>
                </a:solidFill>
              </a:rPr>
              <a:t>satu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komponen</a:t>
            </a:r>
            <a:r>
              <a:rPr lang="en-US" sz="1400" dirty="0">
                <a:solidFill>
                  <a:prstClr val="white"/>
                </a:solidFill>
              </a:rPr>
              <a:t> dan </a:t>
            </a:r>
            <a:r>
              <a:rPr lang="en-US" sz="1400" dirty="0" err="1">
                <a:solidFill>
                  <a:prstClr val="white"/>
                </a:solidFill>
              </a:rPr>
              <a:t>beresiko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mengganggu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keberlangsungan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seluruh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aktivitas</a:t>
            </a:r>
            <a:r>
              <a:rPr lang="en-US" sz="1400" dirty="0">
                <a:solidFill>
                  <a:prstClr val="white"/>
                </a:solidFill>
              </a:rPr>
              <a:t>. Oleh </a:t>
            </a:r>
            <a:r>
              <a:rPr lang="en-US" sz="1400" dirty="0" err="1">
                <a:solidFill>
                  <a:prstClr val="white"/>
                </a:solidFill>
              </a:rPr>
              <a:t>karena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itu</a:t>
            </a:r>
            <a:r>
              <a:rPr lang="en-US" sz="1400" dirty="0">
                <a:solidFill>
                  <a:prstClr val="white"/>
                </a:solidFill>
              </a:rPr>
              <a:t>, </a:t>
            </a:r>
            <a:r>
              <a:rPr lang="en-US" sz="1400" dirty="0" err="1">
                <a:solidFill>
                  <a:prstClr val="white"/>
                </a:solidFill>
              </a:rPr>
              <a:t>umumnya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diterapkan</a:t>
            </a:r>
            <a:r>
              <a:rPr lang="en-US" sz="1400" dirty="0">
                <a:solidFill>
                  <a:prstClr val="white"/>
                </a:solidFill>
              </a:rPr>
              <a:t> Fleet Monitoring System (FMS) </a:t>
            </a:r>
            <a:r>
              <a:rPr lang="en-US" sz="1400" dirty="0" err="1">
                <a:solidFill>
                  <a:prstClr val="white"/>
                </a:solidFill>
              </a:rPr>
              <a:t>untuk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dapat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mengamati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pengiriman</a:t>
            </a:r>
            <a:r>
              <a:rPr lang="en-US" sz="1400" dirty="0">
                <a:solidFill>
                  <a:prstClr val="white"/>
                </a:solidFill>
              </a:rPr>
              <a:t> dan </a:t>
            </a:r>
            <a:r>
              <a:rPr lang="en-US" sz="1400" dirty="0" err="1">
                <a:solidFill>
                  <a:prstClr val="white"/>
                </a:solidFill>
              </a:rPr>
              <a:t>dapat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mendeteksi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insiden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secara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realtime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sehingga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dapat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segera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ditangani</a:t>
            </a:r>
            <a:r>
              <a:rPr lang="en-US" sz="1400" dirty="0">
                <a:solidFill>
                  <a:prstClr val="white"/>
                </a:solidFill>
              </a:rPr>
              <a:t>.</a:t>
            </a:r>
            <a:endParaRPr lang="en-US" sz="1100" dirty="0">
              <a:solidFill>
                <a:prstClr val="white"/>
              </a:solidFill>
            </a:endParaRPr>
          </a:p>
          <a:p>
            <a:pPr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00B9F2">
                  <a:lumMod val="60000"/>
                  <a:lumOff val="40000"/>
                </a:srgbClr>
              </a:buClr>
              <a:defRPr/>
            </a:pPr>
            <a:r>
              <a:rPr lang="en-US" sz="1400" dirty="0">
                <a:solidFill>
                  <a:prstClr val="white"/>
                </a:solidFill>
              </a:rPr>
              <a:t>Mini FMS </a:t>
            </a:r>
            <a:r>
              <a:rPr lang="en-US" sz="1400" dirty="0" err="1">
                <a:solidFill>
                  <a:prstClr val="white"/>
                </a:solidFill>
              </a:rPr>
              <a:t>ini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merupakan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miniatur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dari</a:t>
            </a:r>
            <a:r>
              <a:rPr lang="en-US" sz="1400" dirty="0">
                <a:solidFill>
                  <a:prstClr val="white"/>
                </a:solidFill>
              </a:rPr>
              <a:t> FMS yang </a:t>
            </a:r>
            <a:r>
              <a:rPr lang="en-US" sz="1400" dirty="0" err="1">
                <a:solidFill>
                  <a:prstClr val="white"/>
                </a:solidFill>
              </a:rPr>
              <a:t>hanya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akan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mengamati</a:t>
            </a:r>
            <a:r>
              <a:rPr lang="en-US" sz="1400" dirty="0">
                <a:solidFill>
                  <a:prstClr val="white"/>
                </a:solidFill>
              </a:rPr>
              <a:t> 2 </a:t>
            </a:r>
            <a:r>
              <a:rPr lang="en-US" sz="1400" dirty="0" err="1">
                <a:solidFill>
                  <a:prstClr val="white"/>
                </a:solidFill>
              </a:rPr>
              <a:t>jenis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insiden</a:t>
            </a:r>
            <a:r>
              <a:rPr lang="en-US" sz="1400" dirty="0">
                <a:solidFill>
                  <a:prstClr val="white"/>
                </a:solidFill>
              </a:rPr>
              <a:t> dan </a:t>
            </a:r>
            <a:r>
              <a:rPr lang="en-US" sz="1400" dirty="0" err="1">
                <a:solidFill>
                  <a:prstClr val="white"/>
                </a:solidFill>
              </a:rPr>
              <a:t>memantau</a:t>
            </a:r>
            <a:r>
              <a:rPr lang="en-US" sz="1400" dirty="0">
                <a:solidFill>
                  <a:prstClr val="white"/>
                </a:solidFill>
              </a:rPr>
              <a:t> status </a:t>
            </a:r>
            <a:r>
              <a:rPr lang="en-US" sz="1400" dirty="0" err="1">
                <a:solidFill>
                  <a:prstClr val="white"/>
                </a:solidFill>
              </a:rPr>
              <a:t>dari</a:t>
            </a:r>
            <a:r>
              <a:rPr lang="en-US" sz="1400" dirty="0">
                <a:solidFill>
                  <a:prstClr val="white"/>
                </a:solidFill>
              </a:rPr>
              <a:t> proses </a:t>
            </a:r>
            <a:r>
              <a:rPr lang="en-US" sz="1400" dirty="0" err="1">
                <a:solidFill>
                  <a:prstClr val="white"/>
                </a:solidFill>
              </a:rPr>
              <a:t>pengiriman</a:t>
            </a:r>
            <a:r>
              <a:rPr lang="en-US" sz="1400" dirty="0">
                <a:solidFill>
                  <a:prstClr val="white"/>
                </a:solidFill>
              </a:rPr>
              <a:t>. Status </a:t>
            </a:r>
            <a:r>
              <a:rPr lang="en-US" sz="1400" dirty="0" err="1">
                <a:solidFill>
                  <a:prstClr val="white"/>
                </a:solidFill>
              </a:rPr>
              <a:t>pengiriman</a:t>
            </a:r>
            <a:r>
              <a:rPr lang="en-US" sz="1400" dirty="0">
                <a:solidFill>
                  <a:prstClr val="white"/>
                </a:solidFill>
              </a:rPr>
              <a:t> yang </a:t>
            </a:r>
            <a:r>
              <a:rPr lang="en-US" sz="1400" dirty="0" err="1">
                <a:solidFill>
                  <a:prstClr val="white"/>
                </a:solidFill>
              </a:rPr>
              <a:t>diamati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meliputi</a:t>
            </a:r>
            <a:r>
              <a:rPr lang="en-US" sz="1400" dirty="0">
                <a:solidFill>
                  <a:prstClr val="white"/>
                </a:solidFill>
              </a:rPr>
              <a:t>:</a:t>
            </a:r>
          </a:p>
          <a:p>
            <a:pPr marL="171450" indent="-171450"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00B9F2">
                  <a:lumMod val="60000"/>
                  <a:lumOff val="40000"/>
                </a:srgbClr>
              </a:buClr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prstClr val="white"/>
                </a:solidFill>
              </a:rPr>
              <a:t>Loading: Ketika </a:t>
            </a:r>
            <a:r>
              <a:rPr lang="en-US" sz="1400" dirty="0" err="1">
                <a:solidFill>
                  <a:prstClr val="white"/>
                </a:solidFill>
              </a:rPr>
              <a:t>kendaraan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masih</a:t>
            </a:r>
            <a:r>
              <a:rPr lang="en-US" sz="1400" dirty="0">
                <a:solidFill>
                  <a:prstClr val="white"/>
                </a:solidFill>
              </a:rPr>
              <a:t> di area </a:t>
            </a:r>
            <a:r>
              <a:rPr lang="en-US" sz="1400" dirty="0" err="1">
                <a:solidFill>
                  <a:prstClr val="white"/>
                </a:solidFill>
              </a:rPr>
              <a:t>gudang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awal</a:t>
            </a:r>
            <a:endParaRPr lang="en-US" sz="1400" dirty="0">
              <a:solidFill>
                <a:prstClr val="white"/>
              </a:solidFill>
            </a:endParaRPr>
          </a:p>
          <a:p>
            <a:pPr marL="171450" indent="-171450"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00B9F2">
                  <a:lumMod val="60000"/>
                  <a:lumOff val="40000"/>
                </a:srgbClr>
              </a:buClr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prstClr val="white"/>
                </a:solidFill>
              </a:rPr>
              <a:t>Shipping: Ketika </a:t>
            </a:r>
            <a:r>
              <a:rPr lang="en-US" sz="1400" dirty="0" err="1">
                <a:solidFill>
                  <a:prstClr val="white"/>
                </a:solidFill>
              </a:rPr>
              <a:t>kendaraan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menuju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gudang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tujuan</a:t>
            </a:r>
            <a:endParaRPr lang="en-US" sz="1400" dirty="0">
              <a:solidFill>
                <a:prstClr val="white"/>
              </a:solidFill>
            </a:endParaRPr>
          </a:p>
          <a:p>
            <a:pPr marL="171450" indent="-171450"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00B9F2">
                  <a:lumMod val="60000"/>
                  <a:lumOff val="40000"/>
                </a:srgbClr>
              </a:buClr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prstClr val="white"/>
                </a:solidFill>
              </a:rPr>
              <a:t>Finish: Ketika </a:t>
            </a:r>
            <a:r>
              <a:rPr lang="en-US" sz="1400" dirty="0" err="1">
                <a:solidFill>
                  <a:prstClr val="white"/>
                </a:solidFill>
              </a:rPr>
              <a:t>kendaraan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sampai</a:t>
            </a:r>
            <a:r>
              <a:rPr lang="en-US" sz="1400" dirty="0">
                <a:solidFill>
                  <a:prstClr val="white"/>
                </a:solidFill>
              </a:rPr>
              <a:t> di </a:t>
            </a:r>
            <a:r>
              <a:rPr lang="en-US" sz="1400" dirty="0" err="1">
                <a:solidFill>
                  <a:prstClr val="white"/>
                </a:solidFill>
              </a:rPr>
              <a:t>gudang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tujuan</a:t>
            </a:r>
            <a:endParaRPr lang="en-US" sz="1100" dirty="0">
              <a:solidFill>
                <a:prstClr val="white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2EC47DC-4698-FFAF-2E27-659E88BCC5ED}"/>
              </a:ext>
            </a:extLst>
          </p:cNvPr>
          <p:cNvCxnSpPr/>
          <p:nvPr/>
        </p:nvCxnSpPr>
        <p:spPr>
          <a:xfrm>
            <a:off x="398423" y="781161"/>
            <a:ext cx="114475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25F7CC-888F-E13A-AC9A-5BFF8E5EFD68}"/>
              </a:ext>
            </a:extLst>
          </p:cNvPr>
          <p:cNvSpPr txBox="1">
            <a:spLocks/>
          </p:cNvSpPr>
          <p:nvPr/>
        </p:nvSpPr>
        <p:spPr>
          <a:xfrm>
            <a:off x="6355744" y="1383527"/>
            <a:ext cx="5490267" cy="527186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00B9F2">
                  <a:lumMod val="60000"/>
                  <a:lumOff val="40000"/>
                </a:srgbClr>
              </a:buClr>
              <a:defRPr/>
            </a:pPr>
            <a:r>
              <a:rPr lang="en-US" sz="1400" dirty="0">
                <a:solidFill>
                  <a:prstClr val="white"/>
                </a:solidFill>
              </a:rPr>
              <a:t>Insiden yang </a:t>
            </a:r>
            <a:r>
              <a:rPr lang="en-US" sz="1400" dirty="0" err="1">
                <a:solidFill>
                  <a:prstClr val="white"/>
                </a:solidFill>
              </a:rPr>
              <a:t>dicoba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amati</a:t>
            </a:r>
            <a:r>
              <a:rPr lang="en-US" sz="1400" dirty="0">
                <a:solidFill>
                  <a:prstClr val="white"/>
                </a:solidFill>
              </a:rPr>
              <a:t> pada system </a:t>
            </a:r>
            <a:r>
              <a:rPr lang="en-US" sz="1400" dirty="0" err="1">
                <a:solidFill>
                  <a:prstClr val="white"/>
                </a:solidFill>
              </a:rPr>
              <a:t>ini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adalah</a:t>
            </a:r>
            <a:r>
              <a:rPr lang="en-US" sz="1400" dirty="0">
                <a:solidFill>
                  <a:prstClr val="white"/>
                </a:solidFill>
              </a:rPr>
              <a:t>:</a:t>
            </a:r>
          </a:p>
          <a:p>
            <a:pPr marL="171450" indent="-171450"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00B9F2">
                  <a:lumMod val="60000"/>
                  <a:lumOff val="40000"/>
                </a:srgbClr>
              </a:buClr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prstClr val="white"/>
                </a:solidFill>
              </a:rPr>
              <a:t>Overspeed</a:t>
            </a:r>
          </a:p>
          <a:p>
            <a:pPr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00B9F2">
                  <a:lumMod val="60000"/>
                  <a:lumOff val="40000"/>
                </a:srgbClr>
              </a:buClr>
              <a:defRPr/>
            </a:pPr>
            <a:r>
              <a:rPr lang="en-US" sz="1400" dirty="0">
                <a:solidFill>
                  <a:prstClr val="white"/>
                </a:solidFill>
              </a:rPr>
              <a:t>Speed limit </a:t>
            </a:r>
            <a:r>
              <a:rPr lang="en-US" sz="1400" dirty="0" err="1">
                <a:solidFill>
                  <a:prstClr val="white"/>
                </a:solidFill>
              </a:rPr>
              <a:t>dalam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pengiriman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barang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umumnya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diterapkan</a:t>
            </a:r>
            <a:r>
              <a:rPr lang="en-US" sz="1400" dirty="0">
                <a:solidFill>
                  <a:prstClr val="white"/>
                </a:solidFill>
              </a:rPr>
              <a:t> guna </a:t>
            </a:r>
            <a:r>
              <a:rPr lang="en-US" sz="1400" dirty="0" err="1">
                <a:solidFill>
                  <a:prstClr val="white"/>
                </a:solidFill>
              </a:rPr>
              <a:t>mencegah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terjadinya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kecelakaan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ataupun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kerusakan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barang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akibat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goncangan</a:t>
            </a:r>
            <a:r>
              <a:rPr lang="en-US" sz="1400" dirty="0">
                <a:solidFill>
                  <a:prstClr val="white"/>
                </a:solidFill>
              </a:rPr>
              <a:t> yang </a:t>
            </a:r>
            <a:r>
              <a:rPr lang="en-US" sz="1400" dirty="0" err="1">
                <a:solidFill>
                  <a:prstClr val="white"/>
                </a:solidFill>
              </a:rPr>
              <a:t>terjadi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karena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jalan</a:t>
            </a:r>
            <a:r>
              <a:rPr lang="en-US" sz="1400" dirty="0">
                <a:solidFill>
                  <a:prstClr val="white"/>
                </a:solidFill>
              </a:rPr>
              <a:t> yang </a:t>
            </a:r>
            <a:r>
              <a:rPr lang="en-US" sz="1400" dirty="0" err="1">
                <a:solidFill>
                  <a:prstClr val="white"/>
                </a:solidFill>
              </a:rPr>
              <a:t>tidak</a:t>
            </a:r>
            <a:r>
              <a:rPr lang="en-US" sz="1400" dirty="0">
                <a:solidFill>
                  <a:prstClr val="white"/>
                </a:solidFill>
              </a:rPr>
              <a:t> rata </a:t>
            </a:r>
            <a:r>
              <a:rPr lang="en-US" sz="1400" dirty="0" err="1">
                <a:solidFill>
                  <a:prstClr val="white"/>
                </a:solidFill>
              </a:rPr>
              <a:t>atau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terjadi</a:t>
            </a:r>
            <a:r>
              <a:rPr lang="en-US" sz="1400" dirty="0">
                <a:solidFill>
                  <a:prstClr val="white"/>
                </a:solidFill>
              </a:rPr>
              <a:t> rem </a:t>
            </a:r>
            <a:r>
              <a:rPr lang="en-US" sz="1400" dirty="0" err="1">
                <a:solidFill>
                  <a:prstClr val="white"/>
                </a:solidFill>
              </a:rPr>
              <a:t>mendadak</a:t>
            </a:r>
            <a:r>
              <a:rPr lang="en-US" sz="1400" dirty="0">
                <a:solidFill>
                  <a:prstClr val="white"/>
                </a:solidFill>
              </a:rPr>
              <a:t>. Realtime monitoring </a:t>
            </a:r>
            <a:r>
              <a:rPr lang="en-US" sz="1400" dirty="0" err="1">
                <a:solidFill>
                  <a:prstClr val="white"/>
                </a:solidFill>
              </a:rPr>
              <a:t>terhadap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insiden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i="1" dirty="0">
                <a:solidFill>
                  <a:prstClr val="white"/>
                </a:solidFill>
              </a:rPr>
              <a:t>overspeed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diterapkan</a:t>
            </a:r>
            <a:r>
              <a:rPr lang="en-US" sz="1400" dirty="0">
                <a:solidFill>
                  <a:prstClr val="white"/>
                </a:solidFill>
              </a:rPr>
              <a:t> agar </a:t>
            </a:r>
            <a:r>
              <a:rPr lang="en-US" sz="1400" dirty="0" err="1">
                <a:solidFill>
                  <a:prstClr val="white"/>
                </a:solidFill>
              </a:rPr>
              <a:t>dapat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segera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menghubungi</a:t>
            </a:r>
            <a:r>
              <a:rPr lang="en-US" sz="1400" dirty="0">
                <a:solidFill>
                  <a:prstClr val="white"/>
                </a:solidFill>
              </a:rPr>
              <a:t> driver </a:t>
            </a:r>
            <a:r>
              <a:rPr lang="en-US" sz="1400" dirty="0" err="1">
                <a:solidFill>
                  <a:prstClr val="white"/>
                </a:solidFill>
              </a:rPr>
              <a:t>terkait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untuk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menurunkan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kecepatan</a:t>
            </a:r>
            <a:r>
              <a:rPr lang="en-US" sz="1400" dirty="0">
                <a:solidFill>
                  <a:prstClr val="white"/>
                </a:solidFill>
              </a:rPr>
              <a:t>.</a:t>
            </a:r>
          </a:p>
          <a:p>
            <a:pPr marL="171450" indent="-171450"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00B9F2">
                  <a:lumMod val="60000"/>
                  <a:lumOff val="40000"/>
                </a:srgbClr>
              </a:buClr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prstClr val="white"/>
                </a:solidFill>
              </a:rPr>
              <a:t>Late Delivery</a:t>
            </a:r>
          </a:p>
          <a:p>
            <a:pPr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00B9F2">
                  <a:lumMod val="60000"/>
                  <a:lumOff val="40000"/>
                </a:srgbClr>
              </a:buClr>
              <a:defRPr/>
            </a:pPr>
            <a:r>
              <a:rPr lang="en-US" sz="1400" dirty="0" err="1">
                <a:solidFill>
                  <a:prstClr val="white"/>
                </a:solidFill>
              </a:rPr>
              <a:t>Ketapatan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waktu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pengiriman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merupakan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hal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krusial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untuk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menjaga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loyalitas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i="1" dirty="0">
                <a:solidFill>
                  <a:prstClr val="white"/>
                </a:solidFill>
              </a:rPr>
              <a:t>customer</a:t>
            </a:r>
            <a:r>
              <a:rPr lang="en-US" sz="1400" dirty="0">
                <a:solidFill>
                  <a:prstClr val="white"/>
                </a:solidFill>
              </a:rPr>
              <a:t>. Realtime monitoring </a:t>
            </a:r>
            <a:r>
              <a:rPr lang="en-US" sz="1400" dirty="0" err="1">
                <a:solidFill>
                  <a:prstClr val="white"/>
                </a:solidFill>
              </a:rPr>
              <a:t>terhadap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i="1" dirty="0">
                <a:solidFill>
                  <a:prstClr val="white"/>
                </a:solidFill>
              </a:rPr>
              <a:t>Late Delivery </a:t>
            </a:r>
            <a:r>
              <a:rPr lang="en-US" sz="1400" dirty="0" err="1">
                <a:solidFill>
                  <a:prstClr val="white"/>
                </a:solidFill>
              </a:rPr>
              <a:t>diterapkan</a:t>
            </a:r>
            <a:r>
              <a:rPr lang="en-US" sz="1400" dirty="0">
                <a:solidFill>
                  <a:prstClr val="white"/>
                </a:solidFill>
              </a:rPr>
              <a:t> agar </a:t>
            </a:r>
            <a:r>
              <a:rPr lang="en-US" sz="1400" dirty="0" err="1">
                <a:solidFill>
                  <a:prstClr val="white"/>
                </a:solidFill>
              </a:rPr>
              <a:t>dapat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segera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melakukan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inspeksi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terhadap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kendala</a:t>
            </a:r>
            <a:r>
              <a:rPr lang="en-US" sz="1400" dirty="0">
                <a:solidFill>
                  <a:prstClr val="white"/>
                </a:solidFill>
              </a:rPr>
              <a:t> yang </a:t>
            </a:r>
            <a:r>
              <a:rPr lang="en-US" sz="1400" dirty="0" err="1">
                <a:solidFill>
                  <a:prstClr val="white"/>
                </a:solidFill>
              </a:rPr>
              <a:t>dialami</a:t>
            </a:r>
            <a:r>
              <a:rPr lang="en-US" sz="1400" dirty="0">
                <a:solidFill>
                  <a:prstClr val="white"/>
                </a:solidFill>
              </a:rPr>
              <a:t> oleh </a:t>
            </a:r>
            <a:r>
              <a:rPr lang="en-US" sz="1400" i="1" dirty="0">
                <a:solidFill>
                  <a:prstClr val="white"/>
                </a:solidFill>
              </a:rPr>
              <a:t>driver </a:t>
            </a:r>
            <a:r>
              <a:rPr lang="en-US" sz="1400" dirty="0">
                <a:solidFill>
                  <a:prstClr val="white"/>
                </a:solidFill>
              </a:rPr>
              <a:t>dan </a:t>
            </a:r>
            <a:r>
              <a:rPr lang="en-US" sz="1400" dirty="0" err="1">
                <a:solidFill>
                  <a:prstClr val="white"/>
                </a:solidFill>
              </a:rPr>
              <a:t>segera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menentukan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solusinya</a:t>
            </a:r>
            <a:r>
              <a:rPr lang="en-US" sz="1400" dirty="0">
                <a:solidFill>
                  <a:prstClr val="white"/>
                </a:solidFill>
              </a:rPr>
              <a:t>.</a:t>
            </a:r>
            <a:endParaRPr lang="en-US" sz="1100" i="1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87283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4D706-650D-00F7-223F-0A3699A8A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4A2FFD56-9F98-3F90-6C82-500BD4EBD1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8423" y="202601"/>
            <a:ext cx="4761974" cy="369889"/>
          </a:xfrm>
        </p:spPr>
        <p:txBody>
          <a:bodyPr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400" dirty="0"/>
              <a:t>Mini Fleet Monitoring System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CDF31605-5AB3-9CDB-A710-C25F08F005BB}"/>
              </a:ext>
            </a:extLst>
          </p:cNvPr>
          <p:cNvSpPr txBox="1">
            <a:spLocks/>
          </p:cNvSpPr>
          <p:nvPr/>
        </p:nvSpPr>
        <p:spPr>
          <a:xfrm>
            <a:off x="398424" y="769771"/>
            <a:ext cx="5437834" cy="588562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00B9F2">
                  <a:lumMod val="60000"/>
                  <a:lumOff val="40000"/>
                </a:srgbClr>
              </a:buClr>
              <a:defRPr/>
            </a:pPr>
            <a:r>
              <a:rPr lang="en-US" sz="2000" u="sng" dirty="0">
                <a:solidFill>
                  <a:prstClr val="white"/>
                </a:solidFill>
              </a:rPr>
              <a:t>Data Source</a:t>
            </a:r>
          </a:p>
          <a:p>
            <a:pPr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00B9F2">
                  <a:lumMod val="60000"/>
                  <a:lumOff val="40000"/>
                </a:srgbClr>
              </a:buClr>
              <a:defRPr/>
            </a:pPr>
            <a:r>
              <a:rPr lang="en-US" sz="1400" dirty="0">
                <a:solidFill>
                  <a:prstClr val="white"/>
                </a:solidFill>
              </a:rPr>
              <a:t>Data yang </a:t>
            </a:r>
            <a:r>
              <a:rPr lang="en-US" sz="1400" dirty="0" err="1">
                <a:solidFill>
                  <a:prstClr val="white"/>
                </a:solidFill>
              </a:rPr>
              <a:t>digunakan</a:t>
            </a:r>
            <a:r>
              <a:rPr lang="en-US" sz="1400" dirty="0">
                <a:solidFill>
                  <a:prstClr val="white"/>
                </a:solidFill>
              </a:rPr>
              <a:t> pada project </a:t>
            </a:r>
            <a:r>
              <a:rPr lang="en-US" sz="1400" dirty="0" err="1">
                <a:solidFill>
                  <a:prstClr val="white"/>
                </a:solidFill>
              </a:rPr>
              <a:t>ini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adalah</a:t>
            </a:r>
            <a:r>
              <a:rPr lang="en-US" sz="1400" dirty="0">
                <a:solidFill>
                  <a:prstClr val="white"/>
                </a:solidFill>
              </a:rPr>
              <a:t>:</a:t>
            </a:r>
          </a:p>
          <a:p>
            <a:pPr marL="285750" indent="-285750"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00B9F2">
                  <a:lumMod val="60000"/>
                  <a:lumOff val="40000"/>
                </a:srgbClr>
              </a:buClr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prstClr val="white"/>
                </a:solidFill>
              </a:rPr>
              <a:t>Offices: </a:t>
            </a:r>
            <a:r>
              <a:rPr lang="en-US" sz="1400" dirty="0" err="1">
                <a:solidFill>
                  <a:prstClr val="white"/>
                </a:solidFill>
              </a:rPr>
              <a:t>Poligon</a:t>
            </a:r>
            <a:r>
              <a:rPr lang="en-US" sz="1400" dirty="0">
                <a:solidFill>
                  <a:prstClr val="white"/>
                </a:solidFill>
              </a:rPr>
              <a:t> batas area </a:t>
            </a:r>
            <a:r>
              <a:rPr lang="en-US" sz="1400" dirty="0" err="1">
                <a:solidFill>
                  <a:prstClr val="white"/>
                </a:solidFill>
              </a:rPr>
              <a:t>kantor</a:t>
            </a:r>
            <a:r>
              <a:rPr lang="en-US" sz="1400" dirty="0">
                <a:solidFill>
                  <a:prstClr val="white"/>
                </a:solidFill>
              </a:rPr>
              <a:t>/Gudang</a:t>
            </a:r>
          </a:p>
          <a:p>
            <a:pPr marL="285750" indent="-285750"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00B9F2">
                  <a:lumMod val="60000"/>
                  <a:lumOff val="40000"/>
                </a:srgbClr>
              </a:buClr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prstClr val="white"/>
                </a:solidFill>
              </a:rPr>
              <a:t>Work orders: </a:t>
            </a:r>
            <a:r>
              <a:rPr lang="en-US" sz="1400" dirty="0" err="1">
                <a:solidFill>
                  <a:prstClr val="white"/>
                </a:solidFill>
              </a:rPr>
              <a:t>Informasi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tugas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pengiriman</a:t>
            </a:r>
            <a:endParaRPr lang="en-US" sz="1400" dirty="0">
              <a:solidFill>
                <a:prstClr val="white"/>
              </a:solidFill>
            </a:endParaRPr>
          </a:p>
          <a:p>
            <a:pPr marL="285750" indent="-285750"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00B9F2">
                  <a:lumMod val="60000"/>
                  <a:lumOff val="40000"/>
                </a:srgbClr>
              </a:buClr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prstClr val="white"/>
                </a:solidFill>
              </a:rPr>
              <a:t>GPS data: Data </a:t>
            </a:r>
            <a:r>
              <a:rPr lang="en-US" sz="1400" dirty="0" err="1">
                <a:solidFill>
                  <a:prstClr val="white"/>
                </a:solidFill>
              </a:rPr>
              <a:t>lokasi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kendaraan</a:t>
            </a:r>
            <a:endParaRPr lang="en-US" sz="1400" dirty="0">
              <a:solidFill>
                <a:prstClr val="white"/>
              </a:solidFill>
            </a:endParaRPr>
          </a:p>
          <a:p>
            <a:pPr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00B9F2">
                  <a:lumMod val="60000"/>
                  <a:lumOff val="40000"/>
                </a:srgbClr>
              </a:buClr>
              <a:defRPr/>
            </a:pPr>
            <a:r>
              <a:rPr lang="en-US" sz="1400" dirty="0" err="1">
                <a:solidFill>
                  <a:prstClr val="white"/>
                </a:solidFill>
              </a:rPr>
              <a:t>Idealnya</a:t>
            </a:r>
            <a:r>
              <a:rPr lang="en-US" sz="1400" dirty="0">
                <a:solidFill>
                  <a:prstClr val="white"/>
                </a:solidFill>
              </a:rPr>
              <a:t> Work orders dan GPS data </a:t>
            </a:r>
            <a:r>
              <a:rPr lang="en-US" sz="1400" dirty="0" err="1">
                <a:solidFill>
                  <a:prstClr val="white"/>
                </a:solidFill>
              </a:rPr>
              <a:t>merupakan</a:t>
            </a:r>
            <a:r>
              <a:rPr lang="en-US" sz="1400" dirty="0">
                <a:solidFill>
                  <a:prstClr val="white"/>
                </a:solidFill>
              </a:rPr>
              <a:t> data </a:t>
            </a:r>
            <a:r>
              <a:rPr lang="en-US" sz="1400" dirty="0" err="1">
                <a:solidFill>
                  <a:prstClr val="white"/>
                </a:solidFill>
              </a:rPr>
              <a:t>realtime</a:t>
            </a:r>
            <a:r>
              <a:rPr lang="en-US" sz="1400" dirty="0">
                <a:solidFill>
                  <a:prstClr val="white"/>
                </a:solidFill>
              </a:rPr>
              <a:t> yang </a:t>
            </a:r>
            <a:r>
              <a:rPr lang="en-US" sz="1400" dirty="0" err="1">
                <a:solidFill>
                  <a:prstClr val="white"/>
                </a:solidFill>
              </a:rPr>
              <a:t>diperoleh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dari</a:t>
            </a:r>
            <a:r>
              <a:rPr lang="en-US" sz="1400" dirty="0">
                <a:solidFill>
                  <a:prstClr val="white"/>
                </a:solidFill>
              </a:rPr>
              <a:t> API yang </a:t>
            </a:r>
            <a:r>
              <a:rPr lang="en-US" sz="1400" dirty="0" err="1">
                <a:solidFill>
                  <a:prstClr val="white"/>
                </a:solidFill>
              </a:rPr>
              <a:t>disediakan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sistem</a:t>
            </a:r>
            <a:r>
              <a:rPr lang="en-US" sz="1400" dirty="0">
                <a:solidFill>
                  <a:prstClr val="white"/>
                </a:solidFill>
              </a:rPr>
              <a:t> di </a:t>
            </a:r>
            <a:r>
              <a:rPr lang="en-US" sz="1400" dirty="0" err="1">
                <a:solidFill>
                  <a:prstClr val="white"/>
                </a:solidFill>
              </a:rPr>
              <a:t>luar</a:t>
            </a:r>
            <a:r>
              <a:rPr lang="en-US" sz="1400" dirty="0">
                <a:solidFill>
                  <a:prstClr val="white"/>
                </a:solidFill>
              </a:rPr>
              <a:t> FMS. </a:t>
            </a:r>
            <a:r>
              <a:rPr lang="en-US" sz="1400" dirty="0" err="1">
                <a:solidFill>
                  <a:prstClr val="white"/>
                </a:solidFill>
              </a:rPr>
              <a:t>Namun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untuk</a:t>
            </a:r>
            <a:r>
              <a:rPr lang="en-US" sz="1400" dirty="0">
                <a:solidFill>
                  <a:prstClr val="white"/>
                </a:solidFill>
              </a:rPr>
              <a:t> project </a:t>
            </a:r>
            <a:r>
              <a:rPr lang="en-US" sz="1400" dirty="0" err="1">
                <a:solidFill>
                  <a:prstClr val="white"/>
                </a:solidFill>
              </a:rPr>
              <a:t>ini</a:t>
            </a:r>
            <a:r>
              <a:rPr lang="en-US" sz="1400" dirty="0">
                <a:solidFill>
                  <a:prstClr val="white"/>
                </a:solidFill>
              </a:rPr>
              <a:t>, data </a:t>
            </a:r>
            <a:r>
              <a:rPr lang="en-US" sz="1400" dirty="0" err="1">
                <a:solidFill>
                  <a:prstClr val="white"/>
                </a:solidFill>
              </a:rPr>
              <a:t>tersebut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dibuat</a:t>
            </a:r>
            <a:r>
              <a:rPr lang="en-US" sz="1400" dirty="0">
                <a:solidFill>
                  <a:prstClr val="white"/>
                </a:solidFill>
              </a:rPr>
              <a:t> dummy dan </a:t>
            </a:r>
            <a:r>
              <a:rPr lang="en-US" sz="1400" dirty="0" err="1">
                <a:solidFill>
                  <a:prstClr val="white"/>
                </a:solidFill>
              </a:rPr>
              <a:t>akan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disimulasikan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pengirimannya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ke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dalam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sebuah</a:t>
            </a:r>
            <a:r>
              <a:rPr lang="en-US" sz="1400" dirty="0">
                <a:solidFill>
                  <a:prstClr val="white"/>
                </a:solidFill>
              </a:rPr>
              <a:t> Kafka Topic</a:t>
            </a:r>
            <a:br>
              <a:rPr lang="en-US" sz="1400" dirty="0">
                <a:solidFill>
                  <a:prstClr val="white"/>
                </a:solidFill>
              </a:rPr>
            </a:br>
            <a:endParaRPr lang="en-US" sz="1100" dirty="0">
              <a:solidFill>
                <a:prstClr val="white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ACDEF02-0E8D-C89E-5780-E0AEBEF54BB8}"/>
              </a:ext>
            </a:extLst>
          </p:cNvPr>
          <p:cNvCxnSpPr/>
          <p:nvPr/>
        </p:nvCxnSpPr>
        <p:spPr>
          <a:xfrm>
            <a:off x="398423" y="781161"/>
            <a:ext cx="114475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26E2E384-EC75-4C65-B021-5391AB0892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4744" y="1173197"/>
            <a:ext cx="1444570" cy="125873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8178461-3234-968C-E9E0-52FF286CBA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2502" y="1173198"/>
            <a:ext cx="1783105" cy="119107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6A24B98-9D5F-07C3-68E1-6C51FF7A8D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3042" y="2364270"/>
            <a:ext cx="1400837" cy="1623013"/>
          </a:xfrm>
          <a:prstGeom prst="rect">
            <a:avLst/>
          </a:prstGeom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66C7B449-43B0-E4D4-955A-9E18E5B23F7C}"/>
              </a:ext>
            </a:extLst>
          </p:cNvPr>
          <p:cNvSpPr txBox="1">
            <a:spLocks/>
          </p:cNvSpPr>
          <p:nvPr/>
        </p:nvSpPr>
        <p:spPr>
          <a:xfrm>
            <a:off x="6177773" y="2332059"/>
            <a:ext cx="2107486" cy="60758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00B9F2">
                  <a:lumMod val="60000"/>
                  <a:lumOff val="40000"/>
                </a:srgbClr>
              </a:buClr>
              <a:defRPr/>
            </a:pPr>
            <a:r>
              <a:rPr lang="en-US" sz="1600" u="sng" dirty="0">
                <a:solidFill>
                  <a:prstClr val="white"/>
                </a:solidFill>
              </a:rPr>
              <a:t>Offices</a:t>
            </a:r>
            <a:endParaRPr lang="en-US" sz="1000" dirty="0">
              <a:solidFill>
                <a:prstClr val="white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EE76866-45AB-042D-93AB-B6AB85DB53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6686" y="1987217"/>
            <a:ext cx="1371791" cy="112410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C9ADCCD-359B-BD22-AAFF-C2380294BA6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" r="197"/>
          <a:stretch>
            <a:fillRect/>
          </a:stretch>
        </p:blipFill>
        <p:spPr>
          <a:xfrm>
            <a:off x="5487320" y="5075868"/>
            <a:ext cx="3903170" cy="1124108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2C073E1C-E5EC-84C7-816A-75BA0B7CB7BC}"/>
              </a:ext>
            </a:extLst>
          </p:cNvPr>
          <p:cNvSpPr txBox="1">
            <a:spLocks/>
          </p:cNvSpPr>
          <p:nvPr/>
        </p:nvSpPr>
        <p:spPr>
          <a:xfrm>
            <a:off x="6704680" y="4537894"/>
            <a:ext cx="1441529" cy="60758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00B9F2">
                  <a:lumMod val="60000"/>
                  <a:lumOff val="40000"/>
                </a:srgbClr>
              </a:buClr>
              <a:defRPr/>
            </a:pPr>
            <a:r>
              <a:rPr lang="en-US" sz="1600" u="sng" dirty="0">
                <a:solidFill>
                  <a:prstClr val="white"/>
                </a:solidFill>
              </a:rPr>
              <a:t>Work Orders </a:t>
            </a:r>
            <a:endParaRPr lang="en-US" sz="1000" dirty="0">
              <a:solidFill>
                <a:prstClr val="white"/>
              </a:solidFill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7C89558-4A6B-2366-339D-3330C91A45E1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17150"/>
          <a:stretch>
            <a:fillRect/>
          </a:stretch>
        </p:blipFill>
        <p:spPr>
          <a:xfrm>
            <a:off x="9675109" y="4696471"/>
            <a:ext cx="2236920" cy="1882901"/>
          </a:xfrm>
          <a:prstGeom prst="rect">
            <a:avLst/>
          </a:prstGeom>
        </p:spPr>
      </p:pic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34332358-2F7A-D2CB-D6D8-D89D3836A1E2}"/>
              </a:ext>
            </a:extLst>
          </p:cNvPr>
          <p:cNvSpPr txBox="1">
            <a:spLocks/>
          </p:cNvSpPr>
          <p:nvPr/>
        </p:nvSpPr>
        <p:spPr>
          <a:xfrm>
            <a:off x="10211855" y="4234099"/>
            <a:ext cx="1163428" cy="60758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00B9F2">
                  <a:lumMod val="60000"/>
                  <a:lumOff val="40000"/>
                </a:srgbClr>
              </a:buClr>
              <a:defRPr/>
            </a:pPr>
            <a:r>
              <a:rPr lang="en-US" sz="1600" u="sng" dirty="0">
                <a:solidFill>
                  <a:prstClr val="white"/>
                </a:solidFill>
              </a:rPr>
              <a:t>GPS Data</a:t>
            </a:r>
            <a:endParaRPr lang="en-US" sz="10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57919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8A06CE-1900-90AF-58B3-CE5CC7480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9FCBCBE1-2F84-3557-214B-59A0875A9D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8423" y="202601"/>
            <a:ext cx="4761974" cy="369889"/>
          </a:xfrm>
        </p:spPr>
        <p:txBody>
          <a:bodyPr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400" dirty="0"/>
              <a:t>Mini Fleet Monitoring System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155D63A-F400-48E9-73AB-4590033EA2B2}"/>
              </a:ext>
            </a:extLst>
          </p:cNvPr>
          <p:cNvSpPr txBox="1">
            <a:spLocks/>
          </p:cNvSpPr>
          <p:nvPr/>
        </p:nvSpPr>
        <p:spPr>
          <a:xfrm>
            <a:off x="398424" y="769771"/>
            <a:ext cx="5437834" cy="588562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00B9F2">
                  <a:lumMod val="60000"/>
                  <a:lumOff val="40000"/>
                </a:srgbClr>
              </a:buClr>
              <a:defRPr/>
            </a:pPr>
            <a:r>
              <a:rPr lang="en-US" sz="2000" u="sng" dirty="0">
                <a:solidFill>
                  <a:prstClr val="white"/>
                </a:solidFill>
              </a:rPr>
              <a:t>Processing</a:t>
            </a:r>
          </a:p>
          <a:p>
            <a:pPr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00B9F2">
                  <a:lumMod val="60000"/>
                  <a:lumOff val="40000"/>
                </a:srgbClr>
              </a:buClr>
              <a:defRPr/>
            </a:pPr>
            <a:r>
              <a:rPr lang="en-US" sz="1400" dirty="0">
                <a:solidFill>
                  <a:prstClr val="white"/>
                </a:solidFill>
              </a:rPr>
              <a:t>1. </a:t>
            </a:r>
            <a:r>
              <a:rPr lang="en-US" sz="1400" dirty="0" err="1">
                <a:solidFill>
                  <a:prstClr val="white"/>
                </a:solidFill>
              </a:rPr>
              <a:t>Konsolidasi</a:t>
            </a:r>
            <a:r>
              <a:rPr lang="en-US" sz="1400" dirty="0">
                <a:solidFill>
                  <a:prstClr val="white"/>
                </a:solidFill>
              </a:rPr>
              <a:t> data</a:t>
            </a:r>
          </a:p>
          <a:p>
            <a:pPr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00B9F2">
                  <a:lumMod val="60000"/>
                  <a:lumOff val="40000"/>
                </a:srgbClr>
              </a:buClr>
              <a:defRPr/>
            </a:pPr>
            <a:r>
              <a:rPr lang="en-US" sz="1400" dirty="0" err="1">
                <a:solidFill>
                  <a:prstClr val="white"/>
                </a:solidFill>
              </a:rPr>
              <a:t>Penggabungan</a:t>
            </a:r>
            <a:r>
              <a:rPr lang="en-US" sz="1400" dirty="0">
                <a:solidFill>
                  <a:prstClr val="white"/>
                </a:solidFill>
              </a:rPr>
              <a:t> data work order dan data GPS yang </a:t>
            </a:r>
            <a:r>
              <a:rPr lang="en-US" sz="1400" dirty="0" err="1">
                <a:solidFill>
                  <a:prstClr val="white"/>
                </a:solidFill>
              </a:rPr>
              <a:t>diterima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dari</a:t>
            </a:r>
            <a:r>
              <a:rPr lang="en-US" sz="1400" dirty="0">
                <a:solidFill>
                  <a:prstClr val="white"/>
                </a:solidFill>
              </a:rPr>
              <a:t> masing-masing </a:t>
            </a:r>
            <a:r>
              <a:rPr lang="en-US" sz="1400" i="1" dirty="0">
                <a:solidFill>
                  <a:prstClr val="white"/>
                </a:solidFill>
              </a:rPr>
              <a:t>stream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sumber</a:t>
            </a:r>
            <a:r>
              <a:rPr lang="en-US" sz="1400" dirty="0">
                <a:solidFill>
                  <a:prstClr val="white"/>
                </a:solidFill>
              </a:rPr>
              <a:t>. Hasil </a:t>
            </a:r>
            <a:r>
              <a:rPr lang="en-US" sz="1400" dirty="0" err="1">
                <a:solidFill>
                  <a:prstClr val="white"/>
                </a:solidFill>
              </a:rPr>
              <a:t>gabungan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ini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akan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memiliki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informasi</a:t>
            </a:r>
            <a:r>
              <a:rPr lang="en-US" sz="1400" dirty="0">
                <a:solidFill>
                  <a:prstClr val="white"/>
                </a:solidFill>
              </a:rPr>
              <a:t> (</a:t>
            </a:r>
            <a:r>
              <a:rPr lang="en-US" sz="1400" dirty="0" err="1">
                <a:solidFill>
                  <a:prstClr val="white"/>
                </a:solidFill>
              </a:rPr>
              <a:t>vehicle_id</a:t>
            </a:r>
            <a:r>
              <a:rPr lang="en-US" sz="1400" dirty="0">
                <a:solidFill>
                  <a:prstClr val="white"/>
                </a:solidFill>
              </a:rPr>
              <a:t>, </a:t>
            </a:r>
            <a:r>
              <a:rPr lang="en-US" sz="1400" dirty="0" err="1">
                <a:solidFill>
                  <a:prstClr val="white"/>
                </a:solidFill>
              </a:rPr>
              <a:t>wo_id</a:t>
            </a:r>
            <a:r>
              <a:rPr lang="en-US" sz="1400" dirty="0">
                <a:solidFill>
                  <a:prstClr val="white"/>
                </a:solidFill>
              </a:rPr>
              <a:t>, ownership, </a:t>
            </a:r>
            <a:r>
              <a:rPr lang="en-US" sz="1400" dirty="0" err="1">
                <a:solidFill>
                  <a:prstClr val="white"/>
                </a:solidFill>
              </a:rPr>
              <a:t>ship_to</a:t>
            </a:r>
            <a:r>
              <a:rPr lang="en-US" sz="1400" dirty="0">
                <a:solidFill>
                  <a:prstClr val="white"/>
                </a:solidFill>
              </a:rPr>
              <a:t>, eta, </a:t>
            </a:r>
            <a:r>
              <a:rPr lang="en-US" sz="1400" dirty="0" err="1">
                <a:solidFill>
                  <a:prstClr val="white"/>
                </a:solidFill>
              </a:rPr>
              <a:t>order_datetime</a:t>
            </a:r>
            <a:r>
              <a:rPr lang="en-US" sz="1400" dirty="0">
                <a:solidFill>
                  <a:prstClr val="white"/>
                </a:solidFill>
              </a:rPr>
              <a:t>, </a:t>
            </a:r>
            <a:r>
              <a:rPr lang="en-US" sz="1400" dirty="0" err="1">
                <a:solidFill>
                  <a:prstClr val="white"/>
                </a:solidFill>
              </a:rPr>
              <a:t>process_datetime</a:t>
            </a:r>
            <a:r>
              <a:rPr lang="en-US" sz="1400" dirty="0">
                <a:solidFill>
                  <a:prstClr val="white"/>
                </a:solidFill>
              </a:rPr>
              <a:t>, speed) dan </a:t>
            </a:r>
            <a:r>
              <a:rPr lang="en-US" sz="1400" dirty="0" err="1">
                <a:solidFill>
                  <a:prstClr val="white"/>
                </a:solidFill>
              </a:rPr>
              <a:t>dimasukan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ke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sebuah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tabel</a:t>
            </a:r>
            <a:r>
              <a:rPr lang="en-US" sz="1400" dirty="0">
                <a:solidFill>
                  <a:prstClr val="white"/>
                </a:solidFill>
              </a:rPr>
              <a:t> yang </a:t>
            </a:r>
            <a:r>
              <a:rPr lang="en-US" sz="1400" dirty="0" err="1">
                <a:solidFill>
                  <a:prstClr val="white"/>
                </a:solidFill>
              </a:rPr>
              <a:t>sudah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disediakan</a:t>
            </a:r>
            <a:r>
              <a:rPr lang="en-US" sz="1400" dirty="0">
                <a:solidFill>
                  <a:prstClr val="white"/>
                </a:solidFill>
              </a:rPr>
              <a:t> yang </a:t>
            </a:r>
            <a:r>
              <a:rPr lang="en-US" sz="1400" dirty="0" err="1">
                <a:solidFill>
                  <a:prstClr val="white"/>
                </a:solidFill>
              </a:rPr>
              <a:t>memiliki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atribut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tambahan</a:t>
            </a:r>
            <a:r>
              <a:rPr lang="en-US" sz="1400" dirty="0">
                <a:solidFill>
                  <a:prstClr val="white"/>
                </a:solidFill>
              </a:rPr>
              <a:t> (status, overspeed, duration, </a:t>
            </a:r>
            <a:r>
              <a:rPr lang="en-US" sz="1400" dirty="0" err="1">
                <a:solidFill>
                  <a:prstClr val="white"/>
                </a:solidFill>
              </a:rPr>
              <a:t>is_late</a:t>
            </a:r>
            <a:r>
              <a:rPr lang="en-US" sz="1400" dirty="0">
                <a:solidFill>
                  <a:prstClr val="white"/>
                </a:solidFill>
              </a:rPr>
              <a:t>)</a:t>
            </a:r>
          </a:p>
          <a:p>
            <a:pPr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00B9F2">
                  <a:lumMod val="60000"/>
                  <a:lumOff val="40000"/>
                </a:srgbClr>
              </a:buClr>
              <a:defRPr/>
            </a:pPr>
            <a:r>
              <a:rPr lang="en-US" sz="1400" dirty="0">
                <a:solidFill>
                  <a:prstClr val="white"/>
                </a:solidFill>
              </a:rPr>
              <a:t>2. </a:t>
            </a:r>
            <a:r>
              <a:rPr lang="en-US" sz="1400" dirty="0" err="1">
                <a:solidFill>
                  <a:prstClr val="white"/>
                </a:solidFill>
              </a:rPr>
              <a:t>Perubahan</a:t>
            </a:r>
            <a:r>
              <a:rPr lang="en-US" sz="1400" dirty="0">
                <a:solidFill>
                  <a:prstClr val="white"/>
                </a:solidFill>
              </a:rPr>
              <a:t> status</a:t>
            </a:r>
          </a:p>
          <a:p>
            <a:pPr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00B9F2">
                  <a:lumMod val="60000"/>
                  <a:lumOff val="40000"/>
                </a:srgbClr>
              </a:buClr>
              <a:defRPr/>
            </a:pPr>
            <a:r>
              <a:rPr lang="en-US" sz="1400" dirty="0" err="1">
                <a:solidFill>
                  <a:prstClr val="white"/>
                </a:solidFill>
              </a:rPr>
              <a:t>Memeriksa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hubungan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antara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lokasi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kendaraan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dengan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poligon</a:t>
            </a:r>
            <a:r>
              <a:rPr lang="en-US" sz="1400" dirty="0">
                <a:solidFill>
                  <a:prstClr val="white"/>
                </a:solidFill>
              </a:rPr>
              <a:t> Offices dan meng-update </a:t>
            </a:r>
            <a:r>
              <a:rPr lang="en-US" sz="1400" dirty="0" err="1">
                <a:solidFill>
                  <a:prstClr val="white"/>
                </a:solidFill>
              </a:rPr>
              <a:t>atribut</a:t>
            </a:r>
            <a:r>
              <a:rPr lang="en-US" sz="1400" dirty="0">
                <a:solidFill>
                  <a:prstClr val="white"/>
                </a:solidFill>
              </a:rPr>
              <a:t> status </a:t>
            </a:r>
            <a:r>
              <a:rPr lang="en-US" sz="1400" dirty="0" err="1">
                <a:solidFill>
                  <a:prstClr val="white"/>
                </a:solidFill>
              </a:rPr>
              <a:t>sesuai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dengan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kondisi</a:t>
            </a:r>
            <a:r>
              <a:rPr lang="en-US" sz="1400" dirty="0">
                <a:solidFill>
                  <a:prstClr val="white"/>
                </a:solidFill>
              </a:rPr>
              <a:t>:</a:t>
            </a:r>
          </a:p>
          <a:p>
            <a:pPr marL="171450" indent="-171450"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00B9F2">
                  <a:lumMod val="60000"/>
                  <a:lumOff val="40000"/>
                </a:srgbClr>
              </a:buClr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prstClr val="white"/>
                </a:solidFill>
              </a:rPr>
              <a:t>Loading: </a:t>
            </a:r>
            <a:r>
              <a:rPr lang="en-US" sz="1400" dirty="0" err="1">
                <a:solidFill>
                  <a:prstClr val="white"/>
                </a:solidFill>
              </a:rPr>
              <a:t>Kendaraan</a:t>
            </a:r>
            <a:r>
              <a:rPr lang="en-US" sz="1400" dirty="0">
                <a:solidFill>
                  <a:prstClr val="white"/>
                </a:solidFill>
              </a:rPr>
              <a:t> di </a:t>
            </a:r>
            <a:r>
              <a:rPr lang="en-US" sz="1400" dirty="0" err="1">
                <a:solidFill>
                  <a:prstClr val="white"/>
                </a:solidFill>
              </a:rPr>
              <a:t>dalam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i="1" dirty="0">
                <a:solidFill>
                  <a:prstClr val="white"/>
                </a:solidFill>
              </a:rPr>
              <a:t>office </a:t>
            </a:r>
            <a:r>
              <a:rPr lang="en-US" sz="1400" dirty="0" err="1">
                <a:solidFill>
                  <a:prstClr val="white"/>
                </a:solidFill>
              </a:rPr>
              <a:t>awal</a:t>
            </a:r>
            <a:r>
              <a:rPr lang="en-US" sz="1400" dirty="0">
                <a:solidFill>
                  <a:prstClr val="white"/>
                </a:solidFill>
              </a:rPr>
              <a:t> (ownership)</a:t>
            </a:r>
          </a:p>
          <a:p>
            <a:pPr marL="171450" indent="-171450"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00B9F2">
                  <a:lumMod val="60000"/>
                  <a:lumOff val="40000"/>
                </a:srgbClr>
              </a:buClr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prstClr val="white"/>
                </a:solidFill>
              </a:rPr>
              <a:t>Shipping: </a:t>
            </a:r>
            <a:r>
              <a:rPr lang="en-US" sz="1400" dirty="0" err="1">
                <a:solidFill>
                  <a:prstClr val="white"/>
                </a:solidFill>
              </a:rPr>
              <a:t>Kendaraan</a:t>
            </a:r>
            <a:r>
              <a:rPr lang="en-US" sz="1400" dirty="0">
                <a:solidFill>
                  <a:prstClr val="white"/>
                </a:solidFill>
              </a:rPr>
              <a:t> di </a:t>
            </a:r>
            <a:r>
              <a:rPr lang="en-US" sz="1400" dirty="0" err="1">
                <a:solidFill>
                  <a:prstClr val="white"/>
                </a:solidFill>
              </a:rPr>
              <a:t>luar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semua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i="1" dirty="0">
                <a:solidFill>
                  <a:prstClr val="white"/>
                </a:solidFill>
              </a:rPr>
              <a:t>offices</a:t>
            </a:r>
          </a:p>
          <a:p>
            <a:pPr marL="171450" indent="-171450"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00B9F2">
                  <a:lumMod val="60000"/>
                  <a:lumOff val="40000"/>
                </a:srgbClr>
              </a:buClr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prstClr val="white"/>
                </a:solidFill>
              </a:rPr>
              <a:t>Finish: </a:t>
            </a:r>
            <a:r>
              <a:rPr lang="en-US" sz="1400" dirty="0" err="1">
                <a:solidFill>
                  <a:prstClr val="white"/>
                </a:solidFill>
              </a:rPr>
              <a:t>Kendaraan</a:t>
            </a:r>
            <a:r>
              <a:rPr lang="en-US" sz="1400" dirty="0">
                <a:solidFill>
                  <a:prstClr val="white"/>
                </a:solidFill>
              </a:rPr>
              <a:t> di </a:t>
            </a:r>
            <a:r>
              <a:rPr lang="en-US" sz="1400" dirty="0" err="1">
                <a:solidFill>
                  <a:prstClr val="white"/>
                </a:solidFill>
              </a:rPr>
              <a:t>dalam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i="1" dirty="0">
                <a:solidFill>
                  <a:prstClr val="white"/>
                </a:solidFill>
              </a:rPr>
              <a:t>office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tujuan</a:t>
            </a:r>
            <a:r>
              <a:rPr lang="en-US" sz="1400" dirty="0">
                <a:solidFill>
                  <a:prstClr val="white"/>
                </a:solidFill>
              </a:rPr>
              <a:t> (</a:t>
            </a:r>
            <a:r>
              <a:rPr lang="en-US" sz="1400" dirty="0" err="1">
                <a:solidFill>
                  <a:prstClr val="white"/>
                </a:solidFill>
              </a:rPr>
              <a:t>ship_to</a:t>
            </a:r>
            <a:r>
              <a:rPr lang="en-US" sz="1400" dirty="0">
                <a:solidFill>
                  <a:prstClr val="white"/>
                </a:solidFill>
              </a:rPr>
              <a:t>)</a:t>
            </a:r>
            <a:endParaRPr lang="en-US" sz="1100" dirty="0">
              <a:solidFill>
                <a:prstClr val="white"/>
              </a:solidFill>
            </a:endParaRPr>
          </a:p>
          <a:p>
            <a:pPr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00B9F2">
                  <a:lumMod val="60000"/>
                  <a:lumOff val="40000"/>
                </a:srgbClr>
              </a:buClr>
              <a:defRPr/>
            </a:pPr>
            <a:endParaRPr lang="en-US" sz="1400" dirty="0">
              <a:solidFill>
                <a:prstClr val="white"/>
              </a:solidFill>
            </a:endParaRPr>
          </a:p>
          <a:p>
            <a:pPr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00B9F2">
                  <a:lumMod val="60000"/>
                  <a:lumOff val="40000"/>
                </a:srgbClr>
              </a:buClr>
              <a:defRPr/>
            </a:pPr>
            <a:r>
              <a:rPr lang="en-US" sz="1400" dirty="0">
                <a:solidFill>
                  <a:prstClr val="white"/>
                </a:solidFill>
              </a:rPr>
              <a:t>3. </a:t>
            </a:r>
            <a:r>
              <a:rPr lang="en-US" sz="1400" dirty="0" err="1">
                <a:solidFill>
                  <a:prstClr val="white"/>
                </a:solidFill>
              </a:rPr>
              <a:t>Perhitungan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durasi</a:t>
            </a:r>
            <a:endParaRPr lang="en-US" sz="1400" dirty="0">
              <a:solidFill>
                <a:prstClr val="white"/>
              </a:solidFill>
            </a:endParaRPr>
          </a:p>
          <a:p>
            <a:pPr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00B9F2">
                  <a:lumMod val="60000"/>
                  <a:lumOff val="40000"/>
                </a:srgbClr>
              </a:buClr>
              <a:defRPr/>
            </a:pPr>
            <a:r>
              <a:rPr lang="en-US" sz="1400" dirty="0">
                <a:solidFill>
                  <a:prstClr val="white"/>
                </a:solidFill>
              </a:rPr>
              <a:t>4. </a:t>
            </a:r>
            <a:r>
              <a:rPr lang="en-US" sz="1400" dirty="0" err="1">
                <a:solidFill>
                  <a:prstClr val="white"/>
                </a:solidFill>
              </a:rPr>
              <a:t>Deteksi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i="1" dirty="0">
                <a:solidFill>
                  <a:prstClr val="white"/>
                </a:solidFill>
              </a:rPr>
              <a:t>overspeed</a:t>
            </a:r>
          </a:p>
          <a:p>
            <a:pPr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00B9F2">
                  <a:lumMod val="60000"/>
                  <a:lumOff val="40000"/>
                </a:srgbClr>
              </a:buClr>
              <a:defRPr/>
            </a:pPr>
            <a:r>
              <a:rPr lang="en-US" sz="1400" dirty="0">
                <a:solidFill>
                  <a:prstClr val="white"/>
                </a:solidFill>
              </a:rPr>
              <a:t>5. </a:t>
            </a:r>
            <a:r>
              <a:rPr lang="en-US" sz="1400" dirty="0" err="1">
                <a:solidFill>
                  <a:prstClr val="white"/>
                </a:solidFill>
              </a:rPr>
              <a:t>Deteksi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i="1" dirty="0">
                <a:solidFill>
                  <a:prstClr val="white"/>
                </a:solidFill>
              </a:rPr>
              <a:t>late delivery</a:t>
            </a:r>
            <a:br>
              <a:rPr lang="en-US" sz="1400" dirty="0">
                <a:solidFill>
                  <a:prstClr val="white"/>
                </a:solidFill>
              </a:rPr>
            </a:br>
            <a:endParaRPr lang="en-US" sz="1100" dirty="0">
              <a:solidFill>
                <a:prstClr val="white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0B19892-763D-E7BC-0188-25D88E0FF188}"/>
              </a:ext>
            </a:extLst>
          </p:cNvPr>
          <p:cNvCxnSpPr/>
          <p:nvPr/>
        </p:nvCxnSpPr>
        <p:spPr>
          <a:xfrm>
            <a:off x="398423" y="781161"/>
            <a:ext cx="114475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2D2E51-33AD-376D-78AF-00188D39672A}"/>
              </a:ext>
            </a:extLst>
          </p:cNvPr>
          <p:cNvSpPr txBox="1">
            <a:spLocks/>
          </p:cNvSpPr>
          <p:nvPr/>
        </p:nvSpPr>
        <p:spPr>
          <a:xfrm>
            <a:off x="6122217" y="781161"/>
            <a:ext cx="5437834" cy="588562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00B9F2">
                  <a:lumMod val="60000"/>
                  <a:lumOff val="40000"/>
                </a:srgbClr>
              </a:buClr>
              <a:defRPr/>
            </a:pPr>
            <a:r>
              <a:rPr lang="en-US" sz="2000" u="sng" dirty="0">
                <a:solidFill>
                  <a:schemeClr val="bg1"/>
                </a:solidFill>
              </a:rPr>
              <a:t>Processing</a:t>
            </a:r>
          </a:p>
          <a:p>
            <a:pPr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00B9F2">
                  <a:lumMod val="60000"/>
                  <a:lumOff val="40000"/>
                </a:srgbClr>
              </a:buClr>
              <a:defRPr/>
            </a:pPr>
            <a:r>
              <a:rPr lang="en-US" sz="1400" dirty="0">
                <a:solidFill>
                  <a:prstClr val="white"/>
                </a:solidFill>
              </a:rPr>
              <a:t>3. </a:t>
            </a:r>
            <a:r>
              <a:rPr lang="en-US" sz="1400" dirty="0" err="1">
                <a:solidFill>
                  <a:prstClr val="white"/>
                </a:solidFill>
              </a:rPr>
              <a:t>Perhitungan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durasi</a:t>
            </a:r>
            <a:endParaRPr lang="en-US" sz="1400" dirty="0">
              <a:solidFill>
                <a:prstClr val="white"/>
              </a:solidFill>
            </a:endParaRPr>
          </a:p>
          <a:p>
            <a:pPr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00B9F2">
                  <a:lumMod val="60000"/>
                  <a:lumOff val="40000"/>
                </a:srgbClr>
              </a:buClr>
              <a:defRPr/>
            </a:pPr>
            <a:r>
              <a:rPr lang="en-US" sz="1400" dirty="0" err="1">
                <a:solidFill>
                  <a:prstClr val="white"/>
                </a:solidFill>
              </a:rPr>
              <a:t>Menghitung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selisih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antara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order_datetime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dengan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process_datetime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sehingga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menghasilkan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durasi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terkini</a:t>
            </a:r>
            <a:endParaRPr lang="en-US" sz="1400" dirty="0">
              <a:solidFill>
                <a:prstClr val="white"/>
              </a:solidFill>
            </a:endParaRPr>
          </a:p>
          <a:p>
            <a:pPr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00B9F2">
                  <a:lumMod val="60000"/>
                  <a:lumOff val="40000"/>
                </a:srgbClr>
              </a:buClr>
              <a:defRPr/>
            </a:pPr>
            <a:r>
              <a:rPr lang="en-US" sz="1400" dirty="0">
                <a:solidFill>
                  <a:prstClr val="white"/>
                </a:solidFill>
              </a:rPr>
              <a:t>4. </a:t>
            </a:r>
            <a:r>
              <a:rPr lang="en-US" sz="1400" dirty="0" err="1">
                <a:solidFill>
                  <a:prstClr val="white"/>
                </a:solidFill>
              </a:rPr>
              <a:t>Deteksi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i="1" dirty="0">
                <a:solidFill>
                  <a:prstClr val="white"/>
                </a:solidFill>
              </a:rPr>
              <a:t>overspeed</a:t>
            </a:r>
          </a:p>
          <a:p>
            <a:pPr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00B9F2">
                  <a:lumMod val="60000"/>
                  <a:lumOff val="40000"/>
                </a:srgbClr>
              </a:buClr>
              <a:defRPr/>
            </a:pPr>
            <a:r>
              <a:rPr lang="en-US" sz="1400" dirty="0" err="1">
                <a:solidFill>
                  <a:prstClr val="white"/>
                </a:solidFill>
              </a:rPr>
              <a:t>Membandingkan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i="1" dirty="0">
                <a:solidFill>
                  <a:prstClr val="white"/>
                </a:solidFill>
              </a:rPr>
              <a:t>speed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dengan</a:t>
            </a:r>
            <a:r>
              <a:rPr lang="en-US" sz="1400" dirty="0">
                <a:solidFill>
                  <a:prstClr val="white"/>
                </a:solidFill>
              </a:rPr>
              <a:t> batas </a:t>
            </a:r>
            <a:r>
              <a:rPr lang="en-US" sz="1400" dirty="0" err="1">
                <a:solidFill>
                  <a:prstClr val="white"/>
                </a:solidFill>
              </a:rPr>
              <a:t>kecepatan</a:t>
            </a:r>
            <a:r>
              <a:rPr lang="en-US" sz="1400" dirty="0">
                <a:solidFill>
                  <a:prstClr val="white"/>
                </a:solidFill>
              </a:rPr>
              <a:t> (60 km/h)</a:t>
            </a:r>
          </a:p>
          <a:p>
            <a:pPr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00B9F2">
                  <a:lumMod val="60000"/>
                  <a:lumOff val="40000"/>
                </a:srgbClr>
              </a:buClr>
              <a:defRPr/>
            </a:pPr>
            <a:r>
              <a:rPr lang="en-US" sz="1400" dirty="0">
                <a:solidFill>
                  <a:prstClr val="white"/>
                </a:solidFill>
              </a:rPr>
              <a:t>5. </a:t>
            </a:r>
            <a:r>
              <a:rPr lang="en-US" sz="1400" dirty="0" err="1">
                <a:solidFill>
                  <a:prstClr val="white"/>
                </a:solidFill>
              </a:rPr>
              <a:t>Deteksi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i="1" dirty="0">
                <a:solidFill>
                  <a:prstClr val="white"/>
                </a:solidFill>
              </a:rPr>
              <a:t>late delivery</a:t>
            </a:r>
          </a:p>
          <a:p>
            <a:pPr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00B9F2">
                  <a:lumMod val="60000"/>
                  <a:lumOff val="40000"/>
                </a:srgbClr>
              </a:buClr>
              <a:defRPr/>
            </a:pPr>
            <a:r>
              <a:rPr lang="en-US" sz="1400" dirty="0" err="1">
                <a:solidFill>
                  <a:prstClr val="white"/>
                </a:solidFill>
              </a:rPr>
              <a:t>Membandingkan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durasi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dengan</a:t>
            </a:r>
            <a:r>
              <a:rPr lang="en-US" sz="1400" dirty="0">
                <a:solidFill>
                  <a:prstClr val="white"/>
                </a:solidFill>
              </a:rPr>
              <a:t> eta. Jika </a:t>
            </a:r>
            <a:r>
              <a:rPr lang="en-US" sz="1400" dirty="0" err="1">
                <a:solidFill>
                  <a:prstClr val="white"/>
                </a:solidFill>
              </a:rPr>
              <a:t>durasi</a:t>
            </a:r>
            <a:r>
              <a:rPr lang="en-US" sz="1400" dirty="0">
                <a:solidFill>
                  <a:prstClr val="white"/>
                </a:solidFill>
              </a:rPr>
              <a:t> &gt; eta </a:t>
            </a:r>
            <a:r>
              <a:rPr lang="en-US" sz="1400" dirty="0" err="1">
                <a:solidFill>
                  <a:prstClr val="white"/>
                </a:solidFill>
              </a:rPr>
              <a:t>maka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ditandai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sebagai</a:t>
            </a:r>
            <a:r>
              <a:rPr lang="en-US" sz="1400" dirty="0">
                <a:solidFill>
                  <a:prstClr val="white"/>
                </a:solidFill>
              </a:rPr>
              <a:t> late delivery pada </a:t>
            </a:r>
            <a:r>
              <a:rPr lang="en-US" sz="1400" dirty="0" err="1">
                <a:solidFill>
                  <a:prstClr val="white"/>
                </a:solidFill>
              </a:rPr>
              <a:t>atribut</a:t>
            </a:r>
            <a:r>
              <a:rPr lang="en-US" sz="1400" dirty="0">
                <a:solidFill>
                  <a:prstClr val="white"/>
                </a:solidFill>
              </a:rPr>
              <a:t> </a:t>
            </a:r>
            <a:r>
              <a:rPr lang="en-US" sz="1400" dirty="0" err="1">
                <a:solidFill>
                  <a:prstClr val="white"/>
                </a:solidFill>
              </a:rPr>
              <a:t>is_late</a:t>
            </a:r>
            <a:br>
              <a:rPr lang="en-US" sz="1400" dirty="0">
                <a:solidFill>
                  <a:prstClr val="white"/>
                </a:solidFill>
              </a:rPr>
            </a:br>
            <a:endParaRPr lang="en-US" sz="11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87868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2D9F2-44AF-07AC-A6F2-27444C060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07B220EE-6283-3FCA-887B-75C9EE7239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8423" y="202601"/>
            <a:ext cx="4761974" cy="369889"/>
          </a:xfrm>
        </p:spPr>
        <p:txBody>
          <a:bodyPr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400" dirty="0"/>
              <a:t>Mini Fleet Monitoring System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AE8578B-C984-54C7-F2C0-450384643F2D}"/>
              </a:ext>
            </a:extLst>
          </p:cNvPr>
          <p:cNvSpPr txBox="1">
            <a:spLocks/>
          </p:cNvSpPr>
          <p:nvPr/>
        </p:nvSpPr>
        <p:spPr>
          <a:xfrm>
            <a:off x="398424" y="769771"/>
            <a:ext cx="5437834" cy="62965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00B9F2">
                  <a:lumMod val="60000"/>
                  <a:lumOff val="40000"/>
                </a:srgbClr>
              </a:buClr>
              <a:defRPr/>
            </a:pPr>
            <a:r>
              <a:rPr lang="en-US" sz="2000" u="sng" dirty="0">
                <a:solidFill>
                  <a:prstClr val="white"/>
                </a:solidFill>
              </a:rPr>
              <a:t>Pipeline</a:t>
            </a:r>
            <a:endParaRPr lang="en-US" sz="1100" dirty="0">
              <a:solidFill>
                <a:prstClr val="white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598CCEA-8F86-D6C9-6998-1C4DF77113BE}"/>
              </a:ext>
            </a:extLst>
          </p:cNvPr>
          <p:cNvCxnSpPr/>
          <p:nvPr/>
        </p:nvCxnSpPr>
        <p:spPr>
          <a:xfrm>
            <a:off x="398423" y="781161"/>
            <a:ext cx="114475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FEA4A82F-D68A-EB04-CEEA-FDAD451D8D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23770" y="1697667"/>
            <a:ext cx="10544460" cy="46454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23460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3610A-EEB3-F508-3F39-688E87C9E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0CE0B21C-9ECC-4C94-0B07-85BD530AF4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8423" y="202601"/>
            <a:ext cx="4761974" cy="369889"/>
          </a:xfrm>
        </p:spPr>
        <p:txBody>
          <a:bodyPr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400" dirty="0"/>
              <a:t>Mini Fleet Monitoring System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18CBC6F-8069-D2FF-EEB8-7D3761F76335}"/>
              </a:ext>
            </a:extLst>
          </p:cNvPr>
          <p:cNvSpPr txBox="1">
            <a:spLocks/>
          </p:cNvSpPr>
          <p:nvPr/>
        </p:nvSpPr>
        <p:spPr>
          <a:xfrm>
            <a:off x="398424" y="769771"/>
            <a:ext cx="5437834" cy="62965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00B9F2">
                  <a:lumMod val="60000"/>
                  <a:lumOff val="40000"/>
                </a:srgbClr>
              </a:buClr>
              <a:defRPr/>
            </a:pPr>
            <a:r>
              <a:rPr lang="en-US" sz="2000" u="sng" dirty="0">
                <a:solidFill>
                  <a:prstClr val="white"/>
                </a:solidFill>
              </a:rPr>
              <a:t>Project Structure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5893634-7D93-B05C-8D88-9942D007EE54}"/>
              </a:ext>
            </a:extLst>
          </p:cNvPr>
          <p:cNvCxnSpPr/>
          <p:nvPr/>
        </p:nvCxnSpPr>
        <p:spPr>
          <a:xfrm>
            <a:off x="398423" y="781161"/>
            <a:ext cx="114475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679CEE7-AFEE-83A6-B426-DFC03493D505}"/>
              </a:ext>
            </a:extLst>
          </p:cNvPr>
          <p:cNvSpPr txBox="1">
            <a:spLocks/>
          </p:cNvSpPr>
          <p:nvPr/>
        </p:nvSpPr>
        <p:spPr>
          <a:xfrm>
            <a:off x="398424" y="1399430"/>
            <a:ext cx="5437834" cy="364169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B9F2">
                  <a:lumMod val="60000"/>
                  <a:lumOff val="40000"/>
                </a:srgbClr>
              </a:buClr>
              <a:defRPr/>
            </a:pPr>
            <a:r>
              <a:rPr lang="en-US" sz="1600" dirty="0">
                <a:solidFill>
                  <a:prstClr val="white"/>
                </a:solidFill>
              </a:rPr>
              <a:t>Final Project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B9F2">
                  <a:lumMod val="60000"/>
                  <a:lumOff val="40000"/>
                </a:srgbClr>
              </a:buClr>
              <a:defRPr/>
            </a:pPr>
            <a:r>
              <a:rPr lang="en-US" sz="1600" dirty="0">
                <a:solidFill>
                  <a:prstClr val="white"/>
                </a:solidFill>
              </a:rPr>
              <a:t>|--Data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B9F2">
                  <a:lumMod val="60000"/>
                  <a:lumOff val="40000"/>
                </a:srgbClr>
              </a:buClr>
              <a:defRPr/>
            </a:pPr>
            <a:r>
              <a:rPr lang="en-US" sz="1600" dirty="0">
                <a:solidFill>
                  <a:prstClr val="white"/>
                </a:solidFill>
              </a:rPr>
              <a:t>|--</a:t>
            </a:r>
            <a:r>
              <a:rPr lang="en-US" sz="1600" dirty="0" err="1">
                <a:solidFill>
                  <a:prstClr val="white"/>
                </a:solidFill>
              </a:rPr>
              <a:t>kafka</a:t>
            </a:r>
            <a:endParaRPr lang="en-US" sz="1600" dirty="0">
              <a:solidFill>
                <a:prstClr val="white"/>
              </a:solidFill>
            </a:endParaRP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B9F2">
                  <a:lumMod val="60000"/>
                  <a:lumOff val="40000"/>
                </a:srgbClr>
              </a:buClr>
              <a:defRPr/>
            </a:pPr>
            <a:r>
              <a:rPr lang="en-US" sz="1600" dirty="0">
                <a:solidFill>
                  <a:prstClr val="white"/>
                </a:solidFill>
              </a:rPr>
              <a:t>|----models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B9F2">
                  <a:lumMod val="60000"/>
                  <a:lumOff val="40000"/>
                </a:srgbClr>
              </a:buClr>
              <a:defRPr/>
            </a:pPr>
            <a:r>
              <a:rPr lang="en-US" sz="1600" dirty="0">
                <a:solidFill>
                  <a:prstClr val="white"/>
                </a:solidFill>
              </a:rPr>
              <a:t>|----consumer_vehicle_realtime.py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B9F2">
                  <a:lumMod val="60000"/>
                  <a:lumOff val="40000"/>
                </a:srgbClr>
              </a:buClr>
              <a:defRPr/>
            </a:pPr>
            <a:r>
              <a:rPr lang="en-US" sz="1600" dirty="0">
                <a:solidFill>
                  <a:prstClr val="white"/>
                </a:solidFill>
              </a:rPr>
              <a:t>|----consumer_work_orders.py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B9F2">
                  <a:lumMod val="60000"/>
                  <a:lumOff val="40000"/>
                </a:srgbClr>
              </a:buClr>
              <a:defRPr/>
            </a:pPr>
            <a:r>
              <a:rPr lang="en-US" sz="1600" dirty="0">
                <a:solidFill>
                  <a:prstClr val="white"/>
                </a:solidFill>
              </a:rPr>
              <a:t>|----database.py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B9F2">
                  <a:lumMod val="60000"/>
                  <a:lumOff val="40000"/>
                </a:srgbClr>
              </a:buClr>
              <a:defRPr/>
            </a:pPr>
            <a:r>
              <a:rPr lang="en-US" sz="1600" dirty="0">
                <a:solidFill>
                  <a:prstClr val="white"/>
                </a:solidFill>
              </a:rPr>
              <a:t>|----producer_gps_data.py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B9F2">
                  <a:lumMod val="60000"/>
                  <a:lumOff val="40000"/>
                </a:srgbClr>
              </a:buClr>
              <a:defRPr/>
            </a:pPr>
            <a:r>
              <a:rPr lang="en-US" sz="1600" dirty="0">
                <a:solidFill>
                  <a:prstClr val="white"/>
                </a:solidFill>
              </a:rPr>
              <a:t>|----producer_work_order.py</a:t>
            </a:r>
            <a:endParaRPr lang="en-US" sz="1000" dirty="0">
              <a:solidFill>
                <a:prstClr val="white"/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CCEA74F-6C04-60FB-85E7-61E0DB03079F}"/>
              </a:ext>
            </a:extLst>
          </p:cNvPr>
          <p:cNvSpPr txBox="1">
            <a:spLocks/>
          </p:cNvSpPr>
          <p:nvPr/>
        </p:nvSpPr>
        <p:spPr>
          <a:xfrm>
            <a:off x="6096000" y="1399430"/>
            <a:ext cx="5437834" cy="256031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B9F2">
                  <a:lumMod val="60000"/>
                  <a:lumOff val="40000"/>
                </a:srgbClr>
              </a:buClr>
              <a:defRPr/>
            </a:pPr>
            <a:r>
              <a:rPr lang="en-US" sz="1600" dirty="0">
                <a:solidFill>
                  <a:prstClr val="white"/>
                </a:solidFill>
              </a:rPr>
              <a:t>Final Project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B9F2">
                  <a:lumMod val="60000"/>
                  <a:lumOff val="40000"/>
                </a:srgbClr>
              </a:buClr>
              <a:defRPr/>
            </a:pPr>
            <a:r>
              <a:rPr lang="en-US" sz="1600" dirty="0">
                <a:solidFill>
                  <a:prstClr val="white"/>
                </a:solidFill>
              </a:rPr>
              <a:t>|--Data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B9F2">
                  <a:lumMod val="60000"/>
                  <a:lumOff val="40000"/>
                </a:srgbClr>
              </a:buClr>
              <a:defRPr/>
            </a:pPr>
            <a:r>
              <a:rPr lang="en-US" sz="1600" dirty="0">
                <a:solidFill>
                  <a:prstClr val="white"/>
                </a:solidFill>
              </a:rPr>
              <a:t>|----Eta.csv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B9F2">
                  <a:lumMod val="60000"/>
                  <a:lumOff val="40000"/>
                </a:srgbClr>
              </a:buClr>
              <a:defRPr/>
            </a:pPr>
            <a:r>
              <a:rPr lang="en-US" sz="1600" dirty="0">
                <a:solidFill>
                  <a:prstClr val="white"/>
                </a:solidFill>
              </a:rPr>
              <a:t>|----GPS_Data.csv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B9F2">
                  <a:lumMod val="60000"/>
                  <a:lumOff val="40000"/>
                </a:srgbClr>
              </a:buClr>
              <a:defRPr/>
            </a:pPr>
            <a:r>
              <a:rPr lang="en-US" sz="1600" dirty="0">
                <a:solidFill>
                  <a:prstClr val="white"/>
                </a:solidFill>
              </a:rPr>
              <a:t>|----</a:t>
            </a:r>
            <a:r>
              <a:rPr lang="en-US" sz="1600" dirty="0" err="1">
                <a:solidFill>
                  <a:prstClr val="white"/>
                </a:solidFill>
              </a:rPr>
              <a:t>Offices.shp</a:t>
            </a:r>
            <a:endParaRPr lang="en-US" sz="1600" dirty="0">
              <a:solidFill>
                <a:prstClr val="white"/>
              </a:solidFill>
            </a:endParaRP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B9F2">
                  <a:lumMod val="60000"/>
                  <a:lumOff val="40000"/>
                </a:srgbClr>
              </a:buClr>
              <a:defRPr/>
            </a:pPr>
            <a:r>
              <a:rPr lang="en-US" sz="1600" dirty="0">
                <a:solidFill>
                  <a:prstClr val="white"/>
                </a:solidFill>
              </a:rPr>
              <a:t>|----WO_Transaction.csv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031CE2E-B1DB-29C7-B107-4BE1FAC9B75D}"/>
              </a:ext>
            </a:extLst>
          </p:cNvPr>
          <p:cNvSpPr txBox="1">
            <a:spLocks/>
          </p:cNvSpPr>
          <p:nvPr/>
        </p:nvSpPr>
        <p:spPr>
          <a:xfrm>
            <a:off x="6096000" y="4114980"/>
            <a:ext cx="5437834" cy="256031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B9F2">
                  <a:lumMod val="60000"/>
                  <a:lumOff val="40000"/>
                </a:srgbClr>
              </a:buClr>
              <a:defRPr/>
            </a:pPr>
            <a:r>
              <a:rPr lang="en-US" sz="1600" dirty="0">
                <a:solidFill>
                  <a:prstClr val="white"/>
                </a:solidFill>
              </a:rPr>
              <a:t>Final Project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B9F2">
                  <a:lumMod val="60000"/>
                  <a:lumOff val="40000"/>
                </a:srgbClr>
              </a:buClr>
              <a:defRPr/>
            </a:pPr>
            <a:r>
              <a:rPr lang="en-US" sz="1600" dirty="0">
                <a:solidFill>
                  <a:prstClr val="white"/>
                </a:solidFill>
              </a:rPr>
              <a:t>|--</a:t>
            </a:r>
            <a:r>
              <a:rPr lang="en-US" sz="1600" dirty="0" err="1">
                <a:solidFill>
                  <a:prstClr val="white"/>
                </a:solidFill>
              </a:rPr>
              <a:t>kafka</a:t>
            </a:r>
            <a:endParaRPr lang="en-US" sz="1600" dirty="0">
              <a:solidFill>
                <a:prstClr val="white"/>
              </a:solidFill>
            </a:endParaRP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B9F2">
                  <a:lumMod val="60000"/>
                  <a:lumOff val="40000"/>
                </a:srgbClr>
              </a:buClr>
              <a:defRPr/>
            </a:pPr>
            <a:r>
              <a:rPr lang="en-US" sz="1600" dirty="0">
                <a:solidFill>
                  <a:prstClr val="white"/>
                </a:solidFill>
              </a:rPr>
              <a:t>|----models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B9F2">
                  <a:lumMod val="60000"/>
                  <a:lumOff val="40000"/>
                </a:srgbClr>
              </a:buClr>
              <a:defRPr/>
            </a:pPr>
            <a:r>
              <a:rPr lang="en-US" sz="1600" dirty="0">
                <a:solidFill>
                  <a:prstClr val="white"/>
                </a:solidFill>
              </a:rPr>
              <a:t>|------__init__.py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B9F2">
                  <a:lumMod val="60000"/>
                  <a:lumOff val="40000"/>
                </a:srgbClr>
              </a:buClr>
              <a:defRPr/>
            </a:pPr>
            <a:r>
              <a:rPr lang="en-US" sz="1600" dirty="0">
                <a:solidFill>
                  <a:prstClr val="white"/>
                </a:solidFill>
              </a:rPr>
              <a:t>|------vehicle.py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B9F2">
                  <a:lumMod val="60000"/>
                  <a:lumOff val="40000"/>
                </a:srgbClr>
              </a:buClr>
              <a:defRPr/>
            </a:pPr>
            <a:r>
              <a:rPr lang="en-US" sz="1600" dirty="0">
                <a:solidFill>
                  <a:prstClr val="white"/>
                </a:solidFill>
              </a:rPr>
              <a:t>|------work_orders.py</a:t>
            </a:r>
          </a:p>
        </p:txBody>
      </p:sp>
    </p:spTree>
    <p:extLst>
      <p:ext uri="{BB962C8B-B14F-4D97-AF65-F5344CB8AC3E}">
        <p14:creationId xmlns:p14="http://schemas.microsoft.com/office/powerpoint/2010/main" val="39818713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DCB23E-FFE4-5D47-25A6-222C9ADFC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87B69D7C-0D10-942A-6351-20583A4AEA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8423" y="202601"/>
            <a:ext cx="4761974" cy="369889"/>
          </a:xfrm>
        </p:spPr>
        <p:txBody>
          <a:bodyPr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400" dirty="0"/>
              <a:t>Mini Fleet Monitoring System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D9647EE-38A9-239E-0013-54A9718B45FF}"/>
              </a:ext>
            </a:extLst>
          </p:cNvPr>
          <p:cNvSpPr txBox="1">
            <a:spLocks/>
          </p:cNvSpPr>
          <p:nvPr/>
        </p:nvSpPr>
        <p:spPr>
          <a:xfrm>
            <a:off x="398424" y="769771"/>
            <a:ext cx="5437834" cy="62965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00B9F2">
                  <a:lumMod val="60000"/>
                  <a:lumOff val="40000"/>
                </a:srgbClr>
              </a:buClr>
              <a:defRPr/>
            </a:pPr>
            <a:r>
              <a:rPr lang="en-US" sz="2000" u="sng" dirty="0">
                <a:solidFill>
                  <a:prstClr val="white"/>
                </a:solidFill>
              </a:rPr>
              <a:t>Consumer: Work Orders</a:t>
            </a:r>
            <a:endParaRPr lang="en-US" sz="1100" dirty="0">
              <a:solidFill>
                <a:prstClr val="white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7BEF6BF-2357-B67C-6E37-DB6FC47F9D75}"/>
              </a:ext>
            </a:extLst>
          </p:cNvPr>
          <p:cNvCxnSpPr/>
          <p:nvPr/>
        </p:nvCxnSpPr>
        <p:spPr>
          <a:xfrm>
            <a:off x="398423" y="781161"/>
            <a:ext cx="114475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9E3EF0FF-4E6C-92BF-A2C8-044250347F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6258" y="1410820"/>
            <a:ext cx="3915321" cy="260068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87CF0A4-1F33-CEC1-EF94-4CF2E7883A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423" y="1410820"/>
            <a:ext cx="5039428" cy="42201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C39998A-B848-FABE-BCBC-DA59AEF579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36258" y="4190034"/>
            <a:ext cx="5163271" cy="2438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6260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3C89CA-D7B0-D549-2E98-FEC7C36F5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3054CC72-7744-ECAB-9861-F6F68E053C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8423" y="202601"/>
            <a:ext cx="4761974" cy="369889"/>
          </a:xfrm>
        </p:spPr>
        <p:txBody>
          <a:bodyPr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400" dirty="0"/>
              <a:t>Mini Fleet Monitoring System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C5AEC06F-E664-A49E-D5AB-184454B3FD73}"/>
              </a:ext>
            </a:extLst>
          </p:cNvPr>
          <p:cNvSpPr txBox="1">
            <a:spLocks/>
          </p:cNvSpPr>
          <p:nvPr/>
        </p:nvSpPr>
        <p:spPr>
          <a:xfrm>
            <a:off x="398424" y="769771"/>
            <a:ext cx="5437834" cy="62965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00B9F2">
                  <a:lumMod val="60000"/>
                  <a:lumOff val="40000"/>
                </a:srgbClr>
              </a:buClr>
              <a:defRPr/>
            </a:pPr>
            <a:r>
              <a:rPr lang="en-US" sz="2000" u="sng" dirty="0">
                <a:solidFill>
                  <a:prstClr val="white"/>
                </a:solidFill>
              </a:rPr>
              <a:t>Consumer: Realtime Position</a:t>
            </a:r>
            <a:endParaRPr lang="en-US" sz="1100" dirty="0">
              <a:solidFill>
                <a:prstClr val="white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683D2D4-491B-6C09-22E9-1DE50E8D5B0C}"/>
              </a:ext>
            </a:extLst>
          </p:cNvPr>
          <p:cNvCxnSpPr/>
          <p:nvPr/>
        </p:nvCxnSpPr>
        <p:spPr>
          <a:xfrm>
            <a:off x="398423" y="781161"/>
            <a:ext cx="114475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7BCCC8A4-5914-138D-325F-2A048FE72F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77" y="1399431"/>
            <a:ext cx="3318794" cy="313138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FF58B50-80BD-575E-6702-CADF8C9082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423" y="4630551"/>
            <a:ext cx="3336446" cy="215030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4A11E36-80BB-73C5-8067-1976E252E0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8930" y="1399430"/>
            <a:ext cx="5250705" cy="537003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6CB7696-3905-E312-EA1B-C41EC525F7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1970" y="1399430"/>
            <a:ext cx="2524041" cy="1945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2119728"/>
      </p:ext>
    </p:extLst>
  </p:cSld>
  <p:clrMapOvr>
    <a:masterClrMapping/>
  </p:clrMapOvr>
</p:sld>
</file>

<file path=ppt/theme/theme1.xml><?xml version="1.0" encoding="utf-8"?>
<a:theme xmlns:a="http://schemas.openxmlformats.org/drawingml/2006/main" name="Dune">
  <a:themeElements>
    <a:clrScheme name="Dune">
      <a:dk1>
        <a:srgbClr val="131313"/>
      </a:dk1>
      <a:lt1>
        <a:sysClr val="window" lastClr="FFFFFF"/>
      </a:lt1>
      <a:dk2>
        <a:srgbClr val="203430"/>
      </a:dk2>
      <a:lt2>
        <a:srgbClr val="F0EDE6"/>
      </a:lt2>
      <a:accent1>
        <a:srgbClr val="A57361"/>
      </a:accent1>
      <a:accent2>
        <a:srgbClr val="CD9979"/>
      </a:accent2>
      <a:accent3>
        <a:srgbClr val="4E6C67"/>
      </a:accent3>
      <a:accent4>
        <a:srgbClr val="BA958C"/>
      </a:accent4>
      <a:accent5>
        <a:srgbClr val="A08C60"/>
      </a:accent5>
      <a:accent6>
        <a:srgbClr val="956969"/>
      </a:accent6>
      <a:hlink>
        <a:srgbClr val="B0685E"/>
      </a:hlink>
      <a:folHlink>
        <a:srgbClr val="5E827E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une" id="{826328CA-5F67-4711-B85D-145ABD90F0C2}" vid="{19057A55-7D5A-4630-9E53-CA5ED644777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1365</TotalTime>
  <Words>800</Words>
  <Application>Microsoft Office PowerPoint</Application>
  <PresentationFormat>Widescreen</PresentationFormat>
  <Paragraphs>92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Neue Haas Grotesk Text Pro</vt:lpstr>
      <vt:lpstr>Dune</vt:lpstr>
      <vt:lpstr>Mini Fleet Monitoring System Dion Qairawan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Alexander Daniel Pratama</dc:creator>
  <cp:lastModifiedBy>Dion Qairawan</cp:lastModifiedBy>
  <cp:revision>3</cp:revision>
  <dcterms:created xsi:type="dcterms:W3CDTF">2025-12-16T07:52:29Z</dcterms:created>
  <dcterms:modified xsi:type="dcterms:W3CDTF">2026-02-28T14:13:18Z</dcterms:modified>
</cp:coreProperties>
</file>